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9C002-93ED-4AD2-8668-C132B454A005}" v="4" dt="2026-01-19T17:02:31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Clayton" userId="0013ccd3bb406478" providerId="LiveId" clId="{E0576B0A-7741-4009-8CDB-DF9BC9E63BF3}"/>
    <pc:docChg chg="custSel addSld modSld">
      <pc:chgData name="David Clayton" userId="0013ccd3bb406478" providerId="LiveId" clId="{E0576B0A-7741-4009-8CDB-DF9BC9E63BF3}" dt="2026-01-20T13:55:58.818" v="1256" actId="20577"/>
      <pc:docMkLst>
        <pc:docMk/>
      </pc:docMkLst>
      <pc:sldChg chg="modSp mod">
        <pc:chgData name="David Clayton" userId="0013ccd3bb406478" providerId="LiveId" clId="{E0576B0A-7741-4009-8CDB-DF9BC9E63BF3}" dt="2026-01-19T17:15:15.884" v="653" actId="1076"/>
        <pc:sldMkLst>
          <pc:docMk/>
          <pc:sldMk cId="3014646758" sldId="256"/>
        </pc:sldMkLst>
        <pc:spChg chg="mod">
          <ac:chgData name="David Clayton" userId="0013ccd3bb406478" providerId="LiveId" clId="{E0576B0A-7741-4009-8CDB-DF9BC9E63BF3}" dt="2026-01-19T17:15:15.884" v="653" actId="1076"/>
          <ac:spMkLst>
            <pc:docMk/>
            <pc:sldMk cId="3014646758" sldId="256"/>
            <ac:spMk id="2" creationId="{B5CB785C-A348-4B8F-5785-D47FE6B02C6A}"/>
          </ac:spMkLst>
        </pc:spChg>
      </pc:sldChg>
      <pc:sldChg chg="addSp modSp mod">
        <pc:chgData name="David Clayton" userId="0013ccd3bb406478" providerId="LiveId" clId="{E0576B0A-7741-4009-8CDB-DF9BC9E63BF3}" dt="2026-01-18T21:35:17.444" v="617" actId="1076"/>
        <pc:sldMkLst>
          <pc:docMk/>
          <pc:sldMk cId="1320030119" sldId="259"/>
        </pc:sldMkLst>
        <pc:spChg chg="mod">
          <ac:chgData name="David Clayton" userId="0013ccd3bb406478" providerId="LiveId" clId="{E0576B0A-7741-4009-8CDB-DF9BC9E63BF3}" dt="2026-01-18T21:35:17.444" v="617" actId="1076"/>
          <ac:spMkLst>
            <pc:docMk/>
            <pc:sldMk cId="1320030119" sldId="259"/>
            <ac:spMk id="3" creationId="{8768BAA1-7C72-DDC7-5464-4915CD8351DA}"/>
          </ac:spMkLst>
        </pc:spChg>
        <pc:picChg chg="add mod">
          <ac:chgData name="David Clayton" userId="0013ccd3bb406478" providerId="LiveId" clId="{E0576B0A-7741-4009-8CDB-DF9BC9E63BF3}" dt="2026-01-18T21:35:09.344" v="616" actId="1076"/>
          <ac:picMkLst>
            <pc:docMk/>
            <pc:sldMk cId="1320030119" sldId="259"/>
            <ac:picMk id="5" creationId="{11413CDC-C929-ECBB-961F-630F8B29C066}"/>
          </ac:picMkLst>
        </pc:picChg>
      </pc:sldChg>
      <pc:sldChg chg="modSp new mod setBg">
        <pc:chgData name="David Clayton" userId="0013ccd3bb406478" providerId="LiveId" clId="{E0576B0A-7741-4009-8CDB-DF9BC9E63BF3}" dt="2026-01-20T13:55:58.818" v="1256" actId="20577"/>
        <pc:sldMkLst>
          <pc:docMk/>
          <pc:sldMk cId="820412266" sldId="260"/>
        </pc:sldMkLst>
        <pc:spChg chg="mod">
          <ac:chgData name="David Clayton" userId="0013ccd3bb406478" providerId="LiveId" clId="{E0576B0A-7741-4009-8CDB-DF9BC9E63BF3}" dt="2026-01-19T17:02:43.246" v="650" actId="20577"/>
          <ac:spMkLst>
            <pc:docMk/>
            <pc:sldMk cId="820412266" sldId="260"/>
            <ac:spMk id="2" creationId="{B72E83F5-0111-BEE0-12A5-03431F186A36}"/>
          </ac:spMkLst>
        </pc:spChg>
        <pc:spChg chg="mod">
          <ac:chgData name="David Clayton" userId="0013ccd3bb406478" providerId="LiveId" clId="{E0576B0A-7741-4009-8CDB-DF9BC9E63BF3}" dt="2026-01-20T13:55:58.818" v="1256" actId="20577"/>
          <ac:spMkLst>
            <pc:docMk/>
            <pc:sldMk cId="820412266" sldId="260"/>
            <ac:spMk id="3" creationId="{32DE1A0B-D6A4-11AB-AA5F-3591520DA8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3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13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15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68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3451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87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577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460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93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29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40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4F5A34E-FFF3-4BE1-89ED-B6FC58DC2F3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FC7F18B-990B-40FA-A828-AB8BD7B5CFB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58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785C-A348-4B8F-5785-D47FE6B02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286658"/>
            <a:ext cx="9144000" cy="2387600"/>
          </a:xfrm>
        </p:spPr>
        <p:txBody>
          <a:bodyPr/>
          <a:lstStyle/>
          <a:p>
            <a:r>
              <a:rPr lang="en-GB" dirty="0"/>
              <a:t>SHP Background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AC912-D8FE-EDB3-5646-D0E5C9E28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524000" y="5257799"/>
            <a:ext cx="9144000" cy="119743"/>
          </a:xfrm>
        </p:spPr>
        <p:txBody>
          <a:bodyPr>
            <a:normAutofit fontScale="25000" lnSpcReduction="20000"/>
          </a:bodyPr>
          <a:lstStyle/>
          <a:p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646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E650-B359-F46A-71E9-D316F137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– HII regions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04A2-9ED2-BD64-1C37-EAD23104F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Clouds of ionised H surrounding O/B type stars.</a:t>
            </a:r>
          </a:p>
          <a:p>
            <a:r>
              <a:rPr lang="en-GB" dirty="0"/>
              <a:t>Regions heated by release of energised electrons.</a:t>
            </a:r>
          </a:p>
          <a:p>
            <a:r>
              <a:rPr lang="en-GB" dirty="0"/>
              <a:t>Regions cooled by collisional de-excitation &amp; recombination.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63FC97-1201-0806-0BAA-31EF8AC6D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063" y="3520735"/>
            <a:ext cx="3916788" cy="28912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B2DA72-B767-3A71-CA2C-2066749B51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43"/>
          <a:stretch>
            <a:fillRect/>
          </a:stretch>
        </p:blipFill>
        <p:spPr>
          <a:xfrm>
            <a:off x="6466462" y="3611431"/>
            <a:ext cx="3374727" cy="256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3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905B-4DAE-A078-3C41-42880A5B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– Abundances &amp; Spectral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17B5D-690E-7B93-E7D7-2C8FA0F54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cooling is due to heavy elements in the HII region – e.g. ionised oxygen, nitrogen and sulphur.</a:t>
            </a:r>
          </a:p>
          <a:p>
            <a:r>
              <a:rPr lang="en-GB" dirty="0"/>
              <a:t>Metals produced in massive/intermediate-mass stars (&gt; 8 / 4 Solar masses)</a:t>
            </a:r>
          </a:p>
          <a:p>
            <a:r>
              <a:rPr lang="en-GB" dirty="0"/>
              <a:t>HII regions cooling produce emission spectral lines.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1F658-EC54-0E93-967E-354ADA95C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164" y="4127343"/>
            <a:ext cx="7623672" cy="248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21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2B890-EBAC-0FEA-CC99-A8917021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– Physical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8BAA1-7C72-DDC7-5464-4915CD835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7685314" cy="4351338"/>
          </a:xfrm>
        </p:spPr>
        <p:txBody>
          <a:bodyPr/>
          <a:lstStyle/>
          <a:p>
            <a:r>
              <a:rPr lang="en-GB" dirty="0"/>
              <a:t>Intensities of emission spectra can inform the temperatures and densities in HII regions.</a:t>
            </a:r>
          </a:p>
          <a:p>
            <a:r>
              <a:rPr lang="en-GB" dirty="0"/>
              <a:t>Temperature (OIII): electrons follow Boltzmann dist., ratio of emission line intensities proportional to energy level populations – sensitive to electron temperature.</a:t>
            </a:r>
          </a:p>
          <a:p>
            <a:r>
              <a:rPr lang="en-GB" dirty="0"/>
              <a:t>Density (OII/SII): Emission line intensities for same ions (e.g. OII 3727/3729 highly dependent on electron density.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13CDC-C929-ECBB-961F-630F8B29C0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769" y="1690688"/>
            <a:ext cx="2724290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30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5000" b="-4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83F5-0111-BEE0-12A5-03431F18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E1A0B-D6A4-11AB-AA5F-3591520DA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determine, using the emission line spectra, the physical conditions (electron density &amp; temperature) and the abundances of oxygen &amp; nitrogen in the CLASSY and </a:t>
            </a:r>
            <a:r>
              <a:rPr lang="en-GB" dirty="0" err="1"/>
              <a:t>LzLCS</a:t>
            </a:r>
            <a:r>
              <a:rPr lang="en-GB" dirty="0"/>
              <a:t> HII region samples.</a:t>
            </a:r>
          </a:p>
          <a:p>
            <a:r>
              <a:rPr lang="en-GB" dirty="0"/>
              <a:t>Compare the derived N/O abundance ratio to the physical properties of the gas samples (star-formation rate, stellar mass, metallicity </a:t>
            </a:r>
            <a:r>
              <a:rPr lang="en-GB"/>
              <a:t>etc.)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0412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518</TotalTime>
  <Words>215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SHP Background Presentation</vt:lpstr>
      <vt:lpstr>Background – HII regions</vt:lpstr>
      <vt:lpstr>Background – Abundances &amp; Spectral Lines</vt:lpstr>
      <vt:lpstr>Background – Physical Conditions</vt:lpstr>
      <vt:lpstr>Project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Clayton</dc:creator>
  <cp:lastModifiedBy>David Clayton</cp:lastModifiedBy>
  <cp:revision>1</cp:revision>
  <dcterms:created xsi:type="dcterms:W3CDTF">2026-01-18T15:28:51Z</dcterms:created>
  <dcterms:modified xsi:type="dcterms:W3CDTF">2026-01-20T13:56:05Z</dcterms:modified>
</cp:coreProperties>
</file>