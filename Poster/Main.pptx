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37944425"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B73DF2-C105-46EB-A563-F9D0E6DE8280}" v="23" dt="2026-03-27T11:39:26.3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28" d="100"/>
          <a:sy n="28" d="100"/>
        </p:scale>
        <p:origin x="-1704" y="-12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Clayton" userId="0013ccd3bb406478" providerId="LiveId" clId="{E0576B0A-7741-4009-8CDB-DF9BC9E63BF3}"/>
    <pc:docChg chg="undo custSel modSld">
      <pc:chgData name="David Clayton" userId="0013ccd3bb406478" providerId="LiveId" clId="{E0576B0A-7741-4009-8CDB-DF9BC9E63BF3}" dt="2026-03-27T11:55:50.435" v="7232" actId="20577"/>
      <pc:docMkLst>
        <pc:docMk/>
      </pc:docMkLst>
      <pc:sldChg chg="addSp delSp modSp mod">
        <pc:chgData name="David Clayton" userId="0013ccd3bb406478" providerId="LiveId" clId="{E0576B0A-7741-4009-8CDB-DF9BC9E63BF3}" dt="2026-03-27T11:55:50.435" v="7232" actId="20577"/>
        <pc:sldMkLst>
          <pc:docMk/>
          <pc:sldMk cId="2271600431" sldId="256"/>
        </pc:sldMkLst>
        <pc:spChg chg="add del mod">
          <ac:chgData name="David Clayton" userId="0013ccd3bb406478" providerId="LiveId" clId="{E0576B0A-7741-4009-8CDB-DF9BC9E63BF3}" dt="2026-03-27T10:36:38.813" v="1182" actId="478"/>
          <ac:spMkLst>
            <pc:docMk/>
            <pc:sldMk cId="2271600431" sldId="256"/>
            <ac:spMk id="2" creationId="{9921F3D4-2599-90C4-7835-B8C80CC846E8}"/>
          </ac:spMkLst>
        </pc:spChg>
        <pc:spChg chg="add del">
          <ac:chgData name="David Clayton" userId="0013ccd3bb406478" providerId="LiveId" clId="{E0576B0A-7741-4009-8CDB-DF9BC9E63BF3}" dt="2026-03-27T10:36:32.232" v="1181" actId="11529"/>
          <ac:spMkLst>
            <pc:docMk/>
            <pc:sldMk cId="2271600431" sldId="256"/>
            <ac:spMk id="4" creationId="{37F65C59-1303-0568-6A40-0374EDAA3973}"/>
          </ac:spMkLst>
        </pc:spChg>
        <pc:spChg chg="add mod">
          <ac:chgData name="David Clayton" userId="0013ccd3bb406478" providerId="LiveId" clId="{E0576B0A-7741-4009-8CDB-DF9BC9E63BF3}" dt="2026-03-27T11:16:21.748" v="4625" actId="207"/>
          <ac:spMkLst>
            <pc:docMk/>
            <pc:sldMk cId="2271600431" sldId="256"/>
            <ac:spMk id="5" creationId="{529E9213-72BE-27EC-8BCF-B9B94A375B2A}"/>
          </ac:spMkLst>
        </pc:spChg>
        <pc:spChg chg="add mod">
          <ac:chgData name="David Clayton" userId="0013ccd3bb406478" providerId="LiveId" clId="{E0576B0A-7741-4009-8CDB-DF9BC9E63BF3}" dt="2026-03-27T11:16:12.311" v="4619" actId="207"/>
          <ac:spMkLst>
            <pc:docMk/>
            <pc:sldMk cId="2271600431" sldId="256"/>
            <ac:spMk id="6" creationId="{B7C2EEBD-D838-38B3-6AFE-5C10384E48D1}"/>
          </ac:spMkLst>
        </pc:spChg>
        <pc:spChg chg="add mod">
          <ac:chgData name="David Clayton" userId="0013ccd3bb406478" providerId="LiveId" clId="{E0576B0A-7741-4009-8CDB-DF9BC9E63BF3}" dt="2026-03-27T11:16:16.524" v="4622" actId="207"/>
          <ac:spMkLst>
            <pc:docMk/>
            <pc:sldMk cId="2271600431" sldId="256"/>
            <ac:spMk id="7" creationId="{DD5F831C-B561-28F0-0723-4BD5C8B84D60}"/>
          </ac:spMkLst>
        </pc:spChg>
        <pc:spChg chg="add del">
          <ac:chgData name="David Clayton" userId="0013ccd3bb406478" providerId="LiveId" clId="{E0576B0A-7741-4009-8CDB-DF9BC9E63BF3}" dt="2026-03-27T11:10:12.665" v="4157" actId="11529"/>
          <ac:spMkLst>
            <pc:docMk/>
            <pc:sldMk cId="2271600431" sldId="256"/>
            <ac:spMk id="8" creationId="{7A801A4E-FE34-A75A-30FB-D83C6125FF5F}"/>
          </ac:spMkLst>
        </pc:spChg>
        <pc:spChg chg="add mod">
          <ac:chgData name="David Clayton" userId="0013ccd3bb406478" providerId="LiveId" clId="{E0576B0A-7741-4009-8CDB-DF9BC9E63BF3}" dt="2026-03-27T11:38:58.184" v="5757" actId="1076"/>
          <ac:spMkLst>
            <pc:docMk/>
            <pc:sldMk cId="2271600431" sldId="256"/>
            <ac:spMk id="9" creationId="{12437C61-DD1C-C3D6-301B-E7EC2A655F21}"/>
          </ac:spMkLst>
        </pc:spChg>
        <pc:spChg chg="add mod">
          <ac:chgData name="David Clayton" userId="0013ccd3bb406478" providerId="LiveId" clId="{E0576B0A-7741-4009-8CDB-DF9BC9E63BF3}" dt="2026-03-27T11:32:14.396" v="5351" actId="14100"/>
          <ac:spMkLst>
            <pc:docMk/>
            <pc:sldMk cId="2271600431" sldId="256"/>
            <ac:spMk id="22" creationId="{A631BDA9-3281-D513-B0CB-A77306E5A38E}"/>
          </ac:spMkLst>
        </pc:spChg>
        <pc:spChg chg="add mod">
          <ac:chgData name="David Clayton" userId="0013ccd3bb406478" providerId="LiveId" clId="{E0576B0A-7741-4009-8CDB-DF9BC9E63BF3}" dt="2026-03-27T11:35:44.111" v="5530" actId="20577"/>
          <ac:spMkLst>
            <pc:docMk/>
            <pc:sldMk cId="2271600431" sldId="256"/>
            <ac:spMk id="23" creationId="{0641AE95-880C-3FCC-D477-B4E6AC6657C5}"/>
          </ac:spMkLst>
        </pc:spChg>
        <pc:spChg chg="add mod">
          <ac:chgData name="David Clayton" userId="0013ccd3bb406478" providerId="LiveId" clId="{E0576B0A-7741-4009-8CDB-DF9BC9E63BF3}" dt="2026-03-27T11:47:34.713" v="6774" actId="20577"/>
          <ac:spMkLst>
            <pc:docMk/>
            <pc:sldMk cId="2271600431" sldId="256"/>
            <ac:spMk id="24" creationId="{FBE6276A-9EA1-0691-F4FA-F023136F0027}"/>
          </ac:spMkLst>
        </pc:spChg>
        <pc:spChg chg="add del mod">
          <ac:chgData name="David Clayton" userId="0013ccd3bb406478" providerId="LiveId" clId="{E0576B0A-7741-4009-8CDB-DF9BC9E63BF3}" dt="2026-03-27T11:39:10.888" v="5762"/>
          <ac:spMkLst>
            <pc:docMk/>
            <pc:sldMk cId="2271600431" sldId="256"/>
            <ac:spMk id="27" creationId="{312D792C-60C6-B29D-9E22-71EADE6CABDF}"/>
          </ac:spMkLst>
        </pc:spChg>
        <pc:spChg chg="add mod">
          <ac:chgData name="David Clayton" userId="0013ccd3bb406478" providerId="LiveId" clId="{E0576B0A-7741-4009-8CDB-DF9BC9E63BF3}" dt="2026-03-27T11:40:29.540" v="5861" actId="20577"/>
          <ac:spMkLst>
            <pc:docMk/>
            <pc:sldMk cId="2271600431" sldId="256"/>
            <ac:spMk id="28" creationId="{46222F04-7AB2-1218-E711-49ED75B3B1EB}"/>
          </ac:spMkLst>
        </pc:spChg>
        <pc:spChg chg="add mod">
          <ac:chgData name="David Clayton" userId="0013ccd3bb406478" providerId="LiveId" clId="{E0576B0A-7741-4009-8CDB-DF9BC9E63BF3}" dt="2026-03-27T11:48:22.706" v="6882" actId="20577"/>
          <ac:spMkLst>
            <pc:docMk/>
            <pc:sldMk cId="2271600431" sldId="256"/>
            <ac:spMk id="29" creationId="{5D1F1006-939A-17D8-9DD5-FC489A552868}"/>
          </ac:spMkLst>
        </pc:spChg>
        <pc:spChg chg="add mod">
          <ac:chgData name="David Clayton" userId="0013ccd3bb406478" providerId="LiveId" clId="{E0576B0A-7741-4009-8CDB-DF9BC9E63BF3}" dt="2026-03-27T11:55:50.435" v="7232" actId="20577"/>
          <ac:spMkLst>
            <pc:docMk/>
            <pc:sldMk cId="2271600431" sldId="256"/>
            <ac:spMk id="30" creationId="{516A454A-6EA4-37A7-8BBE-8F741A7CEBFE}"/>
          </ac:spMkLst>
        </pc:spChg>
        <pc:picChg chg="add mod">
          <ac:chgData name="David Clayton" userId="0013ccd3bb406478" providerId="LiveId" clId="{E0576B0A-7741-4009-8CDB-DF9BC9E63BF3}" dt="2026-03-27T11:16:25.932" v="4628" actId="207"/>
          <ac:picMkLst>
            <pc:docMk/>
            <pc:sldMk cId="2271600431" sldId="256"/>
            <ac:picMk id="3" creationId="{AB877557-6901-C607-503A-7F3FDF5E530A}"/>
          </ac:picMkLst>
        </pc:picChg>
        <pc:picChg chg="add mod">
          <ac:chgData name="David Clayton" userId="0013ccd3bb406478" providerId="LiveId" clId="{E0576B0A-7741-4009-8CDB-DF9BC9E63BF3}" dt="2026-03-27T11:31:54.166" v="5348" actId="1076"/>
          <ac:picMkLst>
            <pc:docMk/>
            <pc:sldMk cId="2271600431" sldId="256"/>
            <ac:picMk id="11" creationId="{8FB5F0D5-47C8-B839-318E-C8DAB5C2012C}"/>
          </ac:picMkLst>
        </pc:picChg>
        <pc:picChg chg="add del mod">
          <ac:chgData name="David Clayton" userId="0013ccd3bb406478" providerId="LiveId" clId="{E0576B0A-7741-4009-8CDB-DF9BC9E63BF3}" dt="2026-03-27T11:20:13.833" v="4764" actId="931"/>
          <ac:picMkLst>
            <pc:docMk/>
            <pc:sldMk cId="2271600431" sldId="256"/>
            <ac:picMk id="13" creationId="{B33CB3D6-14E9-C945-05D8-E09EA41A38A0}"/>
          </ac:picMkLst>
        </pc:picChg>
        <pc:picChg chg="add del mod">
          <ac:chgData name="David Clayton" userId="0013ccd3bb406478" providerId="LiveId" clId="{E0576B0A-7741-4009-8CDB-DF9BC9E63BF3}" dt="2026-03-27T11:20:13.833" v="4764" actId="931"/>
          <ac:picMkLst>
            <pc:docMk/>
            <pc:sldMk cId="2271600431" sldId="256"/>
            <ac:picMk id="15" creationId="{17A7E07C-AA42-9C0E-2FEC-5456880DA6A5}"/>
          </ac:picMkLst>
        </pc:picChg>
        <pc:picChg chg="add del mod">
          <ac:chgData name="David Clayton" userId="0013ccd3bb406478" providerId="LiveId" clId="{E0576B0A-7741-4009-8CDB-DF9BC9E63BF3}" dt="2026-03-27T11:37:35.093" v="5734" actId="21"/>
          <ac:picMkLst>
            <pc:docMk/>
            <pc:sldMk cId="2271600431" sldId="256"/>
            <ac:picMk id="17" creationId="{82D82F81-35B2-5214-3C2C-49A8D14EB4F7}"/>
          </ac:picMkLst>
        </pc:picChg>
        <pc:picChg chg="add mod">
          <ac:chgData name="David Clayton" userId="0013ccd3bb406478" providerId="LiveId" clId="{E0576B0A-7741-4009-8CDB-DF9BC9E63BF3}" dt="2026-03-27T11:32:20.889" v="5353" actId="14100"/>
          <ac:picMkLst>
            <pc:docMk/>
            <pc:sldMk cId="2271600431" sldId="256"/>
            <ac:picMk id="19" creationId="{E9FE9D16-3494-D59D-E416-C0809E51A705}"/>
          </ac:picMkLst>
        </pc:picChg>
        <pc:picChg chg="add del mod">
          <ac:chgData name="David Clayton" userId="0013ccd3bb406478" providerId="LiveId" clId="{E0576B0A-7741-4009-8CDB-DF9BC9E63BF3}" dt="2026-03-27T11:38:05.449" v="5745" actId="21"/>
          <ac:picMkLst>
            <pc:docMk/>
            <pc:sldMk cId="2271600431" sldId="256"/>
            <ac:picMk id="21" creationId="{073951E9-F759-B446-DA0C-E2562E7F1EFF}"/>
          </ac:picMkLst>
        </pc:picChg>
        <pc:picChg chg="add mod">
          <ac:chgData name="David Clayton" userId="0013ccd3bb406478" providerId="LiveId" clId="{E0576B0A-7741-4009-8CDB-DF9BC9E63BF3}" dt="2026-03-27T11:39:08.026" v="5759" actId="1076"/>
          <ac:picMkLst>
            <pc:docMk/>
            <pc:sldMk cId="2271600431" sldId="256"/>
            <ac:picMk id="25" creationId="{853F3AF7-431A-9467-6D23-FFC11B350EDE}"/>
          </ac:picMkLst>
        </pc:picChg>
        <pc:picChg chg="add mod">
          <ac:chgData name="David Clayton" userId="0013ccd3bb406478" providerId="LiveId" clId="{E0576B0A-7741-4009-8CDB-DF9BC9E63BF3}" dt="2026-03-27T11:39:16.999" v="5764" actId="1076"/>
          <ac:picMkLst>
            <pc:docMk/>
            <pc:sldMk cId="2271600431" sldId="256"/>
            <ac:picMk id="26" creationId="{54D76C70-4E95-2319-DB3A-601BFC739CE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743053" y="3499590"/>
            <a:ext cx="28458319" cy="7444669"/>
          </a:xfrm>
        </p:spPr>
        <p:txBody>
          <a:bodyPr anchor="b"/>
          <a:lstStyle>
            <a:lvl1pPr algn="ctr">
              <a:defRPr sz="18673"/>
            </a:lvl1pPr>
          </a:lstStyle>
          <a:p>
            <a:r>
              <a:rPr lang="en-US"/>
              <a:t>Click to edit Master title style</a:t>
            </a:r>
            <a:endParaRPr lang="en-US" dirty="0"/>
          </a:p>
        </p:txBody>
      </p:sp>
      <p:sp>
        <p:nvSpPr>
          <p:cNvPr id="3" name="Subtitle 2"/>
          <p:cNvSpPr>
            <a:spLocks noGrp="1"/>
          </p:cNvSpPr>
          <p:nvPr>
            <p:ph type="subTitle" idx="1"/>
          </p:nvPr>
        </p:nvSpPr>
        <p:spPr>
          <a:xfrm>
            <a:off x="4743053" y="11231355"/>
            <a:ext cx="28458319" cy="5162758"/>
          </a:xfrm>
        </p:spPr>
        <p:txBody>
          <a:bodyPr/>
          <a:lstStyle>
            <a:lvl1pPr marL="0" indent="0" algn="ctr">
              <a:buNone/>
              <a:defRPr sz="7469"/>
            </a:lvl1pPr>
            <a:lvl2pPr marL="1422898" indent="0" algn="ctr">
              <a:buNone/>
              <a:defRPr sz="6224"/>
            </a:lvl2pPr>
            <a:lvl3pPr marL="2845796" indent="0" algn="ctr">
              <a:buNone/>
              <a:defRPr sz="5602"/>
            </a:lvl3pPr>
            <a:lvl4pPr marL="4268694" indent="0" algn="ctr">
              <a:buNone/>
              <a:defRPr sz="4980"/>
            </a:lvl4pPr>
            <a:lvl5pPr marL="5691591" indent="0" algn="ctr">
              <a:buNone/>
              <a:defRPr sz="4980"/>
            </a:lvl5pPr>
            <a:lvl6pPr marL="7114489" indent="0" algn="ctr">
              <a:buNone/>
              <a:defRPr sz="4980"/>
            </a:lvl6pPr>
            <a:lvl7pPr marL="8537387" indent="0" algn="ctr">
              <a:buNone/>
              <a:defRPr sz="4980"/>
            </a:lvl7pPr>
            <a:lvl8pPr marL="9960285" indent="0" algn="ctr">
              <a:buNone/>
              <a:defRPr sz="4980"/>
            </a:lvl8pPr>
            <a:lvl9pPr marL="11383183" indent="0" algn="ctr">
              <a:buNone/>
              <a:defRPr sz="49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56292D8-2C5A-4C23-B3D3-1EE719356CBC}"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43D9FF-B286-4714-BF4D-4FFD300B9295}" type="slidenum">
              <a:rPr lang="en-GB" smtClean="0"/>
              <a:t>‹#›</a:t>
            </a:fld>
            <a:endParaRPr lang="en-GB"/>
          </a:p>
        </p:txBody>
      </p:sp>
    </p:spTree>
    <p:extLst>
      <p:ext uri="{BB962C8B-B14F-4D97-AF65-F5344CB8AC3E}">
        <p14:creationId xmlns:p14="http://schemas.microsoft.com/office/powerpoint/2010/main" val="1065459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6292D8-2C5A-4C23-B3D3-1EE719356CBC}"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43D9FF-B286-4714-BF4D-4FFD300B9295}" type="slidenum">
              <a:rPr lang="en-GB" smtClean="0"/>
              <a:t>‹#›</a:t>
            </a:fld>
            <a:endParaRPr lang="en-GB"/>
          </a:p>
        </p:txBody>
      </p:sp>
    </p:spTree>
    <p:extLst>
      <p:ext uri="{BB962C8B-B14F-4D97-AF65-F5344CB8AC3E}">
        <p14:creationId xmlns:p14="http://schemas.microsoft.com/office/powerpoint/2010/main" val="919504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8916" y="5331060"/>
            <a:ext cx="32727067" cy="8894992"/>
          </a:xfrm>
        </p:spPr>
        <p:txBody>
          <a:bodyPr anchor="b"/>
          <a:lstStyle>
            <a:lvl1pPr>
              <a:defRPr sz="18673"/>
            </a:lvl1pPr>
          </a:lstStyle>
          <a:p>
            <a:r>
              <a:rPr lang="en-US"/>
              <a:t>Click to edit Master title style</a:t>
            </a:r>
            <a:endParaRPr lang="en-US" dirty="0"/>
          </a:p>
        </p:txBody>
      </p:sp>
      <p:sp>
        <p:nvSpPr>
          <p:cNvPr id="3" name="Text Placeholder 2"/>
          <p:cNvSpPr>
            <a:spLocks noGrp="1"/>
          </p:cNvSpPr>
          <p:nvPr>
            <p:ph type="body" idx="1"/>
          </p:nvPr>
        </p:nvSpPr>
        <p:spPr>
          <a:xfrm>
            <a:off x="2588916" y="14310202"/>
            <a:ext cx="32727067" cy="4677666"/>
          </a:xfrm>
        </p:spPr>
        <p:txBody>
          <a:bodyPr/>
          <a:lstStyle>
            <a:lvl1pPr marL="0" indent="0">
              <a:buNone/>
              <a:defRPr sz="7469">
                <a:solidFill>
                  <a:schemeClr val="tx1">
                    <a:tint val="82000"/>
                  </a:schemeClr>
                </a:solidFill>
              </a:defRPr>
            </a:lvl1pPr>
            <a:lvl2pPr marL="1422898" indent="0">
              <a:buNone/>
              <a:defRPr sz="6224">
                <a:solidFill>
                  <a:schemeClr val="tx1">
                    <a:tint val="82000"/>
                  </a:schemeClr>
                </a:solidFill>
              </a:defRPr>
            </a:lvl2pPr>
            <a:lvl3pPr marL="2845796" indent="0">
              <a:buNone/>
              <a:defRPr sz="5602">
                <a:solidFill>
                  <a:schemeClr val="tx1">
                    <a:tint val="82000"/>
                  </a:schemeClr>
                </a:solidFill>
              </a:defRPr>
            </a:lvl3pPr>
            <a:lvl4pPr marL="4268694" indent="0">
              <a:buNone/>
              <a:defRPr sz="4980">
                <a:solidFill>
                  <a:schemeClr val="tx1">
                    <a:tint val="82000"/>
                  </a:schemeClr>
                </a:solidFill>
              </a:defRPr>
            </a:lvl4pPr>
            <a:lvl5pPr marL="5691591" indent="0">
              <a:buNone/>
              <a:defRPr sz="4980">
                <a:solidFill>
                  <a:schemeClr val="tx1">
                    <a:tint val="82000"/>
                  </a:schemeClr>
                </a:solidFill>
              </a:defRPr>
            </a:lvl5pPr>
            <a:lvl6pPr marL="7114489" indent="0">
              <a:buNone/>
              <a:defRPr sz="4980">
                <a:solidFill>
                  <a:schemeClr val="tx1">
                    <a:tint val="82000"/>
                  </a:schemeClr>
                </a:solidFill>
              </a:defRPr>
            </a:lvl6pPr>
            <a:lvl7pPr marL="8537387" indent="0">
              <a:buNone/>
              <a:defRPr sz="4980">
                <a:solidFill>
                  <a:schemeClr val="tx1">
                    <a:tint val="82000"/>
                  </a:schemeClr>
                </a:solidFill>
              </a:defRPr>
            </a:lvl7pPr>
            <a:lvl8pPr marL="9960285" indent="0">
              <a:buNone/>
              <a:defRPr sz="4980">
                <a:solidFill>
                  <a:schemeClr val="tx1">
                    <a:tint val="82000"/>
                  </a:schemeClr>
                </a:solidFill>
              </a:defRPr>
            </a:lvl8pPr>
            <a:lvl9pPr marL="11383183" indent="0">
              <a:buNone/>
              <a:defRPr sz="49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6292D8-2C5A-4C23-B3D3-1EE719356CBC}"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43D9FF-B286-4714-BF4D-4FFD300B9295}" type="slidenum">
              <a:rPr lang="en-GB" smtClean="0"/>
              <a:t>‹#›</a:t>
            </a:fld>
            <a:endParaRPr lang="en-GB"/>
          </a:p>
        </p:txBody>
      </p:sp>
    </p:spTree>
    <p:extLst>
      <p:ext uri="{BB962C8B-B14F-4D97-AF65-F5344CB8AC3E}">
        <p14:creationId xmlns:p14="http://schemas.microsoft.com/office/powerpoint/2010/main" val="775800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08679" y="5692400"/>
            <a:ext cx="16126381"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9209365" y="5692400"/>
            <a:ext cx="16126381" cy="13567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6292D8-2C5A-4C23-B3D3-1EE719356CBC}" type="datetimeFigureOut">
              <a:rPr lang="en-GB" smtClean="0"/>
              <a:t>27/03/2026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843D9FF-B286-4714-BF4D-4FFD300B9295}" type="slidenum">
              <a:rPr lang="en-GB" smtClean="0"/>
              <a:t>‹#›</a:t>
            </a:fld>
            <a:endParaRPr lang="en-GB"/>
          </a:p>
        </p:txBody>
      </p:sp>
    </p:spTree>
    <p:extLst>
      <p:ext uri="{BB962C8B-B14F-4D97-AF65-F5344CB8AC3E}">
        <p14:creationId xmlns:p14="http://schemas.microsoft.com/office/powerpoint/2010/main" val="2219388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13621" y="1138482"/>
            <a:ext cx="32727067" cy="4133179"/>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13623" y="5241960"/>
            <a:ext cx="16052269" cy="2569003"/>
          </a:xfrm>
        </p:spPr>
        <p:txBody>
          <a:bodyPr anchor="b"/>
          <a:lstStyle>
            <a:lvl1pPr marL="0" indent="0">
              <a:buNone/>
              <a:defRPr sz="7469" b="1"/>
            </a:lvl1pPr>
            <a:lvl2pPr marL="1422898" indent="0">
              <a:buNone/>
              <a:defRPr sz="6224" b="1"/>
            </a:lvl2pPr>
            <a:lvl3pPr marL="2845796" indent="0">
              <a:buNone/>
              <a:defRPr sz="5602" b="1"/>
            </a:lvl3pPr>
            <a:lvl4pPr marL="4268694" indent="0">
              <a:buNone/>
              <a:defRPr sz="4980" b="1"/>
            </a:lvl4pPr>
            <a:lvl5pPr marL="5691591" indent="0">
              <a:buNone/>
              <a:defRPr sz="4980" b="1"/>
            </a:lvl5pPr>
            <a:lvl6pPr marL="7114489" indent="0">
              <a:buNone/>
              <a:defRPr sz="4980" b="1"/>
            </a:lvl6pPr>
            <a:lvl7pPr marL="8537387" indent="0">
              <a:buNone/>
              <a:defRPr sz="4980" b="1"/>
            </a:lvl7pPr>
            <a:lvl8pPr marL="9960285" indent="0">
              <a:buNone/>
              <a:defRPr sz="4980" b="1"/>
            </a:lvl8pPr>
            <a:lvl9pPr marL="11383183" indent="0">
              <a:buNone/>
              <a:defRPr sz="4980" b="1"/>
            </a:lvl9pPr>
          </a:lstStyle>
          <a:p>
            <a:pPr lvl="0"/>
            <a:r>
              <a:rPr lang="en-US"/>
              <a:t>Click to edit Master text styles</a:t>
            </a:r>
          </a:p>
        </p:txBody>
      </p:sp>
      <p:sp>
        <p:nvSpPr>
          <p:cNvPr id="4" name="Content Placeholder 3"/>
          <p:cNvSpPr>
            <a:spLocks noGrp="1"/>
          </p:cNvSpPr>
          <p:nvPr>
            <p:ph sz="half" idx="2"/>
          </p:nvPr>
        </p:nvSpPr>
        <p:spPr>
          <a:xfrm>
            <a:off x="2613623" y="7810963"/>
            <a:ext cx="16052269"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9209365" y="5241960"/>
            <a:ext cx="16131323" cy="2569003"/>
          </a:xfrm>
        </p:spPr>
        <p:txBody>
          <a:bodyPr anchor="b"/>
          <a:lstStyle>
            <a:lvl1pPr marL="0" indent="0">
              <a:buNone/>
              <a:defRPr sz="7469" b="1"/>
            </a:lvl1pPr>
            <a:lvl2pPr marL="1422898" indent="0">
              <a:buNone/>
              <a:defRPr sz="6224" b="1"/>
            </a:lvl2pPr>
            <a:lvl3pPr marL="2845796" indent="0">
              <a:buNone/>
              <a:defRPr sz="5602" b="1"/>
            </a:lvl3pPr>
            <a:lvl4pPr marL="4268694" indent="0">
              <a:buNone/>
              <a:defRPr sz="4980" b="1"/>
            </a:lvl4pPr>
            <a:lvl5pPr marL="5691591" indent="0">
              <a:buNone/>
              <a:defRPr sz="4980" b="1"/>
            </a:lvl5pPr>
            <a:lvl6pPr marL="7114489" indent="0">
              <a:buNone/>
              <a:defRPr sz="4980" b="1"/>
            </a:lvl6pPr>
            <a:lvl7pPr marL="8537387" indent="0">
              <a:buNone/>
              <a:defRPr sz="4980" b="1"/>
            </a:lvl7pPr>
            <a:lvl8pPr marL="9960285" indent="0">
              <a:buNone/>
              <a:defRPr sz="4980" b="1"/>
            </a:lvl8pPr>
            <a:lvl9pPr marL="11383183" indent="0">
              <a:buNone/>
              <a:defRPr sz="4980" b="1"/>
            </a:lvl9pPr>
          </a:lstStyle>
          <a:p>
            <a:pPr lvl="0"/>
            <a:r>
              <a:rPr lang="en-US"/>
              <a:t>Click to edit Master text styles</a:t>
            </a:r>
          </a:p>
        </p:txBody>
      </p:sp>
      <p:sp>
        <p:nvSpPr>
          <p:cNvPr id="6" name="Content Placeholder 5"/>
          <p:cNvSpPr>
            <a:spLocks noGrp="1"/>
          </p:cNvSpPr>
          <p:nvPr>
            <p:ph sz="quarter" idx="4"/>
          </p:nvPr>
        </p:nvSpPr>
        <p:spPr>
          <a:xfrm>
            <a:off x="19209365" y="7810963"/>
            <a:ext cx="16131323" cy="11488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6292D8-2C5A-4C23-B3D3-1EE719356CBC}" type="datetimeFigureOut">
              <a:rPr lang="en-GB" smtClean="0"/>
              <a:t>27/03/2026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843D9FF-B286-4714-BF4D-4FFD300B9295}" type="slidenum">
              <a:rPr lang="en-GB" smtClean="0"/>
              <a:t>‹#›</a:t>
            </a:fld>
            <a:endParaRPr lang="en-GB"/>
          </a:p>
        </p:txBody>
      </p:sp>
    </p:spTree>
    <p:extLst>
      <p:ext uri="{BB962C8B-B14F-4D97-AF65-F5344CB8AC3E}">
        <p14:creationId xmlns:p14="http://schemas.microsoft.com/office/powerpoint/2010/main" val="209534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6292D8-2C5A-4C23-B3D3-1EE719356CBC}" type="datetimeFigureOut">
              <a:rPr lang="en-GB" smtClean="0"/>
              <a:t>27/03/2026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843D9FF-B286-4714-BF4D-4FFD300B9295}" type="slidenum">
              <a:rPr lang="en-GB" smtClean="0"/>
              <a:t>‹#›</a:t>
            </a:fld>
            <a:endParaRPr lang="en-GB"/>
          </a:p>
        </p:txBody>
      </p:sp>
    </p:spTree>
    <p:extLst>
      <p:ext uri="{BB962C8B-B14F-4D97-AF65-F5344CB8AC3E}">
        <p14:creationId xmlns:p14="http://schemas.microsoft.com/office/powerpoint/2010/main" val="1932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6292D8-2C5A-4C23-B3D3-1EE719356CBC}" type="datetimeFigureOut">
              <a:rPr lang="en-GB" smtClean="0"/>
              <a:t>27/03/2026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843D9FF-B286-4714-BF4D-4FFD300B9295}" type="slidenum">
              <a:rPr lang="en-GB" smtClean="0"/>
              <a:t>‹#›</a:t>
            </a:fld>
            <a:endParaRPr lang="en-GB"/>
          </a:p>
        </p:txBody>
      </p:sp>
    </p:spTree>
    <p:extLst>
      <p:ext uri="{BB962C8B-B14F-4D97-AF65-F5344CB8AC3E}">
        <p14:creationId xmlns:p14="http://schemas.microsoft.com/office/powerpoint/2010/main" val="1691827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13623" y="1425575"/>
            <a:ext cx="12238064" cy="4989513"/>
          </a:xfrm>
        </p:spPr>
        <p:txBody>
          <a:bodyPr anchor="b"/>
          <a:lstStyle>
            <a:lvl1pPr>
              <a:defRPr sz="9959"/>
            </a:lvl1pPr>
          </a:lstStyle>
          <a:p>
            <a:r>
              <a:rPr lang="en-US"/>
              <a:t>Click to edit Master title style</a:t>
            </a:r>
            <a:endParaRPr lang="en-US" dirty="0"/>
          </a:p>
        </p:txBody>
      </p:sp>
      <p:sp>
        <p:nvSpPr>
          <p:cNvPr id="3" name="Content Placeholder 2"/>
          <p:cNvSpPr>
            <a:spLocks noGrp="1"/>
          </p:cNvSpPr>
          <p:nvPr>
            <p:ph idx="1"/>
          </p:nvPr>
        </p:nvSpPr>
        <p:spPr>
          <a:xfrm>
            <a:off x="16131323" y="3078847"/>
            <a:ext cx="19209365" cy="15196234"/>
          </a:xfrm>
        </p:spPr>
        <p:txBody>
          <a:bodyPr/>
          <a:lstStyle>
            <a:lvl1pPr>
              <a:defRPr sz="9959"/>
            </a:lvl1pPr>
            <a:lvl2pPr>
              <a:defRPr sz="8714"/>
            </a:lvl2pPr>
            <a:lvl3pPr>
              <a:defRPr sz="7469"/>
            </a:lvl3pPr>
            <a:lvl4pPr>
              <a:defRPr sz="6224"/>
            </a:lvl4pPr>
            <a:lvl5pPr>
              <a:defRPr sz="6224"/>
            </a:lvl5pPr>
            <a:lvl6pPr>
              <a:defRPr sz="6224"/>
            </a:lvl6pPr>
            <a:lvl7pPr>
              <a:defRPr sz="6224"/>
            </a:lvl7pPr>
            <a:lvl8pPr>
              <a:defRPr sz="6224"/>
            </a:lvl8pPr>
            <a:lvl9pPr>
              <a:defRPr sz="622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13623" y="6415088"/>
            <a:ext cx="12238064" cy="11884743"/>
          </a:xfrm>
        </p:spPr>
        <p:txBody>
          <a:bodyPr/>
          <a:lstStyle>
            <a:lvl1pPr marL="0" indent="0">
              <a:buNone/>
              <a:defRPr sz="4980"/>
            </a:lvl1pPr>
            <a:lvl2pPr marL="1422898" indent="0">
              <a:buNone/>
              <a:defRPr sz="4357"/>
            </a:lvl2pPr>
            <a:lvl3pPr marL="2845796" indent="0">
              <a:buNone/>
              <a:defRPr sz="3735"/>
            </a:lvl3pPr>
            <a:lvl4pPr marL="4268694" indent="0">
              <a:buNone/>
              <a:defRPr sz="3112"/>
            </a:lvl4pPr>
            <a:lvl5pPr marL="5691591" indent="0">
              <a:buNone/>
              <a:defRPr sz="3112"/>
            </a:lvl5pPr>
            <a:lvl6pPr marL="7114489" indent="0">
              <a:buNone/>
              <a:defRPr sz="3112"/>
            </a:lvl6pPr>
            <a:lvl7pPr marL="8537387" indent="0">
              <a:buNone/>
              <a:defRPr sz="3112"/>
            </a:lvl7pPr>
            <a:lvl8pPr marL="9960285" indent="0">
              <a:buNone/>
              <a:defRPr sz="3112"/>
            </a:lvl8pPr>
            <a:lvl9pPr marL="11383183" indent="0">
              <a:buNone/>
              <a:defRPr sz="3112"/>
            </a:lvl9pPr>
          </a:lstStyle>
          <a:p>
            <a:pPr lvl="0"/>
            <a:r>
              <a:rPr lang="en-US"/>
              <a:t>Click to edit Master text styles</a:t>
            </a:r>
          </a:p>
        </p:txBody>
      </p:sp>
      <p:sp>
        <p:nvSpPr>
          <p:cNvPr id="5" name="Date Placeholder 4"/>
          <p:cNvSpPr>
            <a:spLocks noGrp="1"/>
          </p:cNvSpPr>
          <p:nvPr>
            <p:ph type="dt" sz="half" idx="10"/>
          </p:nvPr>
        </p:nvSpPr>
        <p:spPr/>
        <p:txBody>
          <a:bodyPr/>
          <a:lstStyle/>
          <a:p>
            <a:fld id="{A56292D8-2C5A-4C23-B3D3-1EE719356CBC}" type="datetimeFigureOut">
              <a:rPr lang="en-GB" smtClean="0"/>
              <a:t>27/03/2026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843D9FF-B286-4714-BF4D-4FFD300B9295}" type="slidenum">
              <a:rPr lang="en-GB" smtClean="0"/>
              <a:t>‹#›</a:t>
            </a:fld>
            <a:endParaRPr lang="en-GB"/>
          </a:p>
        </p:txBody>
      </p:sp>
    </p:spTree>
    <p:extLst>
      <p:ext uri="{BB962C8B-B14F-4D97-AF65-F5344CB8AC3E}">
        <p14:creationId xmlns:p14="http://schemas.microsoft.com/office/powerpoint/2010/main" val="4286578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13623" y="1425575"/>
            <a:ext cx="12238064" cy="4989513"/>
          </a:xfrm>
        </p:spPr>
        <p:txBody>
          <a:bodyPr anchor="b"/>
          <a:lstStyle>
            <a:lvl1pPr>
              <a:defRPr sz="9959"/>
            </a:lvl1pPr>
          </a:lstStyle>
          <a:p>
            <a:r>
              <a:rPr lang="en-US"/>
              <a:t>Click to edit Master title style</a:t>
            </a:r>
            <a:endParaRPr lang="en-US" dirty="0"/>
          </a:p>
        </p:txBody>
      </p:sp>
      <p:sp>
        <p:nvSpPr>
          <p:cNvPr id="3" name="Picture Placeholder 2"/>
          <p:cNvSpPr>
            <a:spLocks noGrp="1" noChangeAspect="1"/>
          </p:cNvSpPr>
          <p:nvPr>
            <p:ph type="pic" idx="1"/>
          </p:nvPr>
        </p:nvSpPr>
        <p:spPr>
          <a:xfrm>
            <a:off x="16131323" y="3078847"/>
            <a:ext cx="19209365" cy="15196234"/>
          </a:xfrm>
        </p:spPr>
        <p:txBody>
          <a:bodyPr anchor="t"/>
          <a:lstStyle>
            <a:lvl1pPr marL="0" indent="0">
              <a:buNone/>
              <a:defRPr sz="9959"/>
            </a:lvl1pPr>
            <a:lvl2pPr marL="1422898" indent="0">
              <a:buNone/>
              <a:defRPr sz="8714"/>
            </a:lvl2pPr>
            <a:lvl3pPr marL="2845796" indent="0">
              <a:buNone/>
              <a:defRPr sz="7469"/>
            </a:lvl3pPr>
            <a:lvl4pPr marL="4268694" indent="0">
              <a:buNone/>
              <a:defRPr sz="6224"/>
            </a:lvl4pPr>
            <a:lvl5pPr marL="5691591" indent="0">
              <a:buNone/>
              <a:defRPr sz="6224"/>
            </a:lvl5pPr>
            <a:lvl6pPr marL="7114489" indent="0">
              <a:buNone/>
              <a:defRPr sz="6224"/>
            </a:lvl6pPr>
            <a:lvl7pPr marL="8537387" indent="0">
              <a:buNone/>
              <a:defRPr sz="6224"/>
            </a:lvl7pPr>
            <a:lvl8pPr marL="9960285" indent="0">
              <a:buNone/>
              <a:defRPr sz="6224"/>
            </a:lvl8pPr>
            <a:lvl9pPr marL="11383183" indent="0">
              <a:buNone/>
              <a:defRPr sz="6224"/>
            </a:lvl9pPr>
          </a:lstStyle>
          <a:p>
            <a:r>
              <a:rPr lang="en-US"/>
              <a:t>Click icon to add picture</a:t>
            </a:r>
            <a:endParaRPr lang="en-US" dirty="0"/>
          </a:p>
        </p:txBody>
      </p:sp>
      <p:sp>
        <p:nvSpPr>
          <p:cNvPr id="4" name="Text Placeholder 3"/>
          <p:cNvSpPr>
            <a:spLocks noGrp="1"/>
          </p:cNvSpPr>
          <p:nvPr>
            <p:ph type="body" sz="half" idx="2"/>
          </p:nvPr>
        </p:nvSpPr>
        <p:spPr>
          <a:xfrm>
            <a:off x="2613623" y="6415088"/>
            <a:ext cx="12238064" cy="11884743"/>
          </a:xfrm>
        </p:spPr>
        <p:txBody>
          <a:bodyPr/>
          <a:lstStyle>
            <a:lvl1pPr marL="0" indent="0">
              <a:buNone/>
              <a:defRPr sz="4980"/>
            </a:lvl1pPr>
            <a:lvl2pPr marL="1422898" indent="0">
              <a:buNone/>
              <a:defRPr sz="4357"/>
            </a:lvl2pPr>
            <a:lvl3pPr marL="2845796" indent="0">
              <a:buNone/>
              <a:defRPr sz="3735"/>
            </a:lvl3pPr>
            <a:lvl4pPr marL="4268694" indent="0">
              <a:buNone/>
              <a:defRPr sz="3112"/>
            </a:lvl4pPr>
            <a:lvl5pPr marL="5691591" indent="0">
              <a:buNone/>
              <a:defRPr sz="3112"/>
            </a:lvl5pPr>
            <a:lvl6pPr marL="7114489" indent="0">
              <a:buNone/>
              <a:defRPr sz="3112"/>
            </a:lvl6pPr>
            <a:lvl7pPr marL="8537387" indent="0">
              <a:buNone/>
              <a:defRPr sz="3112"/>
            </a:lvl7pPr>
            <a:lvl8pPr marL="9960285" indent="0">
              <a:buNone/>
              <a:defRPr sz="3112"/>
            </a:lvl8pPr>
            <a:lvl9pPr marL="11383183" indent="0">
              <a:buNone/>
              <a:defRPr sz="3112"/>
            </a:lvl9pPr>
          </a:lstStyle>
          <a:p>
            <a:pPr lvl="0"/>
            <a:r>
              <a:rPr lang="en-US"/>
              <a:t>Click to edit Master text styles</a:t>
            </a:r>
          </a:p>
        </p:txBody>
      </p:sp>
      <p:sp>
        <p:nvSpPr>
          <p:cNvPr id="5" name="Date Placeholder 4"/>
          <p:cNvSpPr>
            <a:spLocks noGrp="1"/>
          </p:cNvSpPr>
          <p:nvPr>
            <p:ph type="dt" sz="half" idx="10"/>
          </p:nvPr>
        </p:nvSpPr>
        <p:spPr/>
        <p:txBody>
          <a:bodyPr/>
          <a:lstStyle/>
          <a:p>
            <a:fld id="{A56292D8-2C5A-4C23-B3D3-1EE719356CBC}" type="datetimeFigureOut">
              <a:rPr lang="en-GB" smtClean="0"/>
              <a:t>27/03/2026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843D9FF-B286-4714-BF4D-4FFD300B9295}" type="slidenum">
              <a:rPr lang="en-GB" smtClean="0"/>
              <a:t>‹#›</a:t>
            </a:fld>
            <a:endParaRPr lang="en-GB"/>
          </a:p>
        </p:txBody>
      </p:sp>
    </p:spTree>
    <p:extLst>
      <p:ext uri="{BB962C8B-B14F-4D97-AF65-F5344CB8AC3E}">
        <p14:creationId xmlns:p14="http://schemas.microsoft.com/office/powerpoint/2010/main" val="541973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6292D8-2C5A-4C23-B3D3-1EE719356CBC}"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43D9FF-B286-4714-BF4D-4FFD300B9295}" type="slidenum">
              <a:rPr lang="en-GB" smtClean="0"/>
              <a:t>‹#›</a:t>
            </a:fld>
            <a:endParaRPr lang="en-GB"/>
          </a:p>
        </p:txBody>
      </p:sp>
    </p:spTree>
    <p:extLst>
      <p:ext uri="{BB962C8B-B14F-4D97-AF65-F5344CB8AC3E}">
        <p14:creationId xmlns:p14="http://schemas.microsoft.com/office/powerpoint/2010/main" val="3427994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153979" y="1138480"/>
            <a:ext cx="8181767" cy="1812163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08679" y="1138480"/>
            <a:ext cx="24070995" cy="181216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6292D8-2C5A-4C23-B3D3-1EE719356CBC}" type="datetimeFigureOut">
              <a:rPr lang="en-GB" smtClean="0"/>
              <a:t>27/03/2026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843D9FF-B286-4714-BF4D-4FFD300B9295}" type="slidenum">
              <a:rPr lang="en-GB" smtClean="0"/>
              <a:t>‹#›</a:t>
            </a:fld>
            <a:endParaRPr lang="en-GB"/>
          </a:p>
        </p:txBody>
      </p:sp>
    </p:spTree>
    <p:extLst>
      <p:ext uri="{BB962C8B-B14F-4D97-AF65-F5344CB8AC3E}">
        <p14:creationId xmlns:p14="http://schemas.microsoft.com/office/powerpoint/2010/main" val="113078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08679" y="1138482"/>
            <a:ext cx="32727067" cy="413317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08679" y="5692400"/>
            <a:ext cx="32727067" cy="13567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08679" y="19819454"/>
            <a:ext cx="8537496" cy="1138480"/>
          </a:xfrm>
          <a:prstGeom prst="rect">
            <a:avLst/>
          </a:prstGeom>
        </p:spPr>
        <p:txBody>
          <a:bodyPr vert="horz" lIns="91440" tIns="45720" rIns="91440" bIns="45720" rtlCol="0" anchor="ctr"/>
          <a:lstStyle>
            <a:lvl1pPr algn="l">
              <a:defRPr sz="3735">
                <a:solidFill>
                  <a:schemeClr val="tx1">
                    <a:tint val="82000"/>
                  </a:schemeClr>
                </a:solidFill>
              </a:defRPr>
            </a:lvl1pPr>
          </a:lstStyle>
          <a:p>
            <a:fld id="{A56292D8-2C5A-4C23-B3D3-1EE719356CBC}" type="datetimeFigureOut">
              <a:rPr lang="en-GB" smtClean="0"/>
              <a:t>27/03/2026</a:t>
            </a:fld>
            <a:endParaRPr lang="en-GB"/>
          </a:p>
        </p:txBody>
      </p:sp>
      <p:sp>
        <p:nvSpPr>
          <p:cNvPr id="5" name="Footer Placeholder 4"/>
          <p:cNvSpPr>
            <a:spLocks noGrp="1"/>
          </p:cNvSpPr>
          <p:nvPr>
            <p:ph type="ftr" sz="quarter" idx="3"/>
          </p:nvPr>
        </p:nvSpPr>
        <p:spPr>
          <a:xfrm>
            <a:off x="12569091" y="19819454"/>
            <a:ext cx="12806243" cy="1138480"/>
          </a:xfrm>
          <a:prstGeom prst="rect">
            <a:avLst/>
          </a:prstGeom>
        </p:spPr>
        <p:txBody>
          <a:bodyPr vert="horz" lIns="91440" tIns="45720" rIns="91440" bIns="45720" rtlCol="0" anchor="ctr"/>
          <a:lstStyle>
            <a:lvl1pPr algn="ctr">
              <a:defRPr sz="3735">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26798250" y="19819454"/>
            <a:ext cx="8537496" cy="1138480"/>
          </a:xfrm>
          <a:prstGeom prst="rect">
            <a:avLst/>
          </a:prstGeom>
        </p:spPr>
        <p:txBody>
          <a:bodyPr vert="horz" lIns="91440" tIns="45720" rIns="91440" bIns="45720" rtlCol="0" anchor="ctr"/>
          <a:lstStyle>
            <a:lvl1pPr algn="r">
              <a:defRPr sz="3735">
                <a:solidFill>
                  <a:schemeClr val="tx1">
                    <a:tint val="82000"/>
                  </a:schemeClr>
                </a:solidFill>
              </a:defRPr>
            </a:lvl1pPr>
          </a:lstStyle>
          <a:p>
            <a:fld id="{5843D9FF-B286-4714-BF4D-4FFD300B9295}" type="slidenum">
              <a:rPr lang="en-GB" smtClean="0"/>
              <a:t>‹#›</a:t>
            </a:fld>
            <a:endParaRPr lang="en-GB"/>
          </a:p>
        </p:txBody>
      </p:sp>
    </p:spTree>
    <p:extLst>
      <p:ext uri="{BB962C8B-B14F-4D97-AF65-F5344CB8AC3E}">
        <p14:creationId xmlns:p14="http://schemas.microsoft.com/office/powerpoint/2010/main" val="10523959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845796" rtl="0" eaLnBrk="1" latinLnBrk="0" hangingPunct="1">
        <a:lnSpc>
          <a:spcPct val="90000"/>
        </a:lnSpc>
        <a:spcBef>
          <a:spcPct val="0"/>
        </a:spcBef>
        <a:buNone/>
        <a:defRPr sz="13694" kern="1200">
          <a:solidFill>
            <a:schemeClr val="tx1"/>
          </a:solidFill>
          <a:latin typeface="+mj-lt"/>
          <a:ea typeface="+mj-ea"/>
          <a:cs typeface="+mj-cs"/>
        </a:defRPr>
      </a:lvl1pPr>
    </p:titleStyle>
    <p:bodyStyle>
      <a:lvl1pPr marL="711449" indent="-711449" algn="l" defTabSz="2845796" rtl="0" eaLnBrk="1" latinLnBrk="0" hangingPunct="1">
        <a:lnSpc>
          <a:spcPct val="90000"/>
        </a:lnSpc>
        <a:spcBef>
          <a:spcPts val="3112"/>
        </a:spcBef>
        <a:buFont typeface="Arial" panose="020B0604020202020204" pitchFamily="34" charset="0"/>
        <a:buChar char="•"/>
        <a:defRPr sz="8714" kern="1200">
          <a:solidFill>
            <a:schemeClr val="tx1"/>
          </a:solidFill>
          <a:latin typeface="+mn-lt"/>
          <a:ea typeface="+mn-ea"/>
          <a:cs typeface="+mn-cs"/>
        </a:defRPr>
      </a:lvl1pPr>
      <a:lvl2pPr marL="2134347" indent="-711449" algn="l" defTabSz="2845796" rtl="0" eaLnBrk="1" latinLnBrk="0" hangingPunct="1">
        <a:lnSpc>
          <a:spcPct val="90000"/>
        </a:lnSpc>
        <a:spcBef>
          <a:spcPts val="1556"/>
        </a:spcBef>
        <a:buFont typeface="Arial" panose="020B0604020202020204" pitchFamily="34" charset="0"/>
        <a:buChar char="•"/>
        <a:defRPr sz="7469" kern="1200">
          <a:solidFill>
            <a:schemeClr val="tx1"/>
          </a:solidFill>
          <a:latin typeface="+mn-lt"/>
          <a:ea typeface="+mn-ea"/>
          <a:cs typeface="+mn-cs"/>
        </a:defRPr>
      </a:lvl2pPr>
      <a:lvl3pPr marL="3557245" indent="-711449" algn="l" defTabSz="2845796" rtl="0" eaLnBrk="1" latinLnBrk="0" hangingPunct="1">
        <a:lnSpc>
          <a:spcPct val="90000"/>
        </a:lnSpc>
        <a:spcBef>
          <a:spcPts val="1556"/>
        </a:spcBef>
        <a:buFont typeface="Arial" panose="020B0604020202020204" pitchFamily="34" charset="0"/>
        <a:buChar char="•"/>
        <a:defRPr sz="6224" kern="1200">
          <a:solidFill>
            <a:schemeClr val="tx1"/>
          </a:solidFill>
          <a:latin typeface="+mn-lt"/>
          <a:ea typeface="+mn-ea"/>
          <a:cs typeface="+mn-cs"/>
        </a:defRPr>
      </a:lvl3pPr>
      <a:lvl4pPr marL="4980142" indent="-711449" algn="l" defTabSz="2845796" rtl="0" eaLnBrk="1" latinLnBrk="0" hangingPunct="1">
        <a:lnSpc>
          <a:spcPct val="90000"/>
        </a:lnSpc>
        <a:spcBef>
          <a:spcPts val="1556"/>
        </a:spcBef>
        <a:buFont typeface="Arial" panose="020B0604020202020204" pitchFamily="34" charset="0"/>
        <a:buChar char="•"/>
        <a:defRPr sz="5602" kern="1200">
          <a:solidFill>
            <a:schemeClr val="tx1"/>
          </a:solidFill>
          <a:latin typeface="+mn-lt"/>
          <a:ea typeface="+mn-ea"/>
          <a:cs typeface="+mn-cs"/>
        </a:defRPr>
      </a:lvl4pPr>
      <a:lvl5pPr marL="6403040" indent="-711449" algn="l" defTabSz="2845796" rtl="0" eaLnBrk="1" latinLnBrk="0" hangingPunct="1">
        <a:lnSpc>
          <a:spcPct val="90000"/>
        </a:lnSpc>
        <a:spcBef>
          <a:spcPts val="1556"/>
        </a:spcBef>
        <a:buFont typeface="Arial" panose="020B0604020202020204" pitchFamily="34" charset="0"/>
        <a:buChar char="•"/>
        <a:defRPr sz="5602" kern="1200">
          <a:solidFill>
            <a:schemeClr val="tx1"/>
          </a:solidFill>
          <a:latin typeface="+mn-lt"/>
          <a:ea typeface="+mn-ea"/>
          <a:cs typeface="+mn-cs"/>
        </a:defRPr>
      </a:lvl5pPr>
      <a:lvl6pPr marL="7825938" indent="-711449" algn="l" defTabSz="2845796" rtl="0" eaLnBrk="1" latinLnBrk="0" hangingPunct="1">
        <a:lnSpc>
          <a:spcPct val="90000"/>
        </a:lnSpc>
        <a:spcBef>
          <a:spcPts val="1556"/>
        </a:spcBef>
        <a:buFont typeface="Arial" panose="020B0604020202020204" pitchFamily="34" charset="0"/>
        <a:buChar char="•"/>
        <a:defRPr sz="5602" kern="1200">
          <a:solidFill>
            <a:schemeClr val="tx1"/>
          </a:solidFill>
          <a:latin typeface="+mn-lt"/>
          <a:ea typeface="+mn-ea"/>
          <a:cs typeface="+mn-cs"/>
        </a:defRPr>
      </a:lvl6pPr>
      <a:lvl7pPr marL="9248836" indent="-711449" algn="l" defTabSz="2845796" rtl="0" eaLnBrk="1" latinLnBrk="0" hangingPunct="1">
        <a:lnSpc>
          <a:spcPct val="90000"/>
        </a:lnSpc>
        <a:spcBef>
          <a:spcPts val="1556"/>
        </a:spcBef>
        <a:buFont typeface="Arial" panose="020B0604020202020204" pitchFamily="34" charset="0"/>
        <a:buChar char="•"/>
        <a:defRPr sz="5602" kern="1200">
          <a:solidFill>
            <a:schemeClr val="tx1"/>
          </a:solidFill>
          <a:latin typeface="+mn-lt"/>
          <a:ea typeface="+mn-ea"/>
          <a:cs typeface="+mn-cs"/>
        </a:defRPr>
      </a:lvl7pPr>
      <a:lvl8pPr marL="10671734" indent="-711449" algn="l" defTabSz="2845796" rtl="0" eaLnBrk="1" latinLnBrk="0" hangingPunct="1">
        <a:lnSpc>
          <a:spcPct val="90000"/>
        </a:lnSpc>
        <a:spcBef>
          <a:spcPts val="1556"/>
        </a:spcBef>
        <a:buFont typeface="Arial" panose="020B0604020202020204" pitchFamily="34" charset="0"/>
        <a:buChar char="•"/>
        <a:defRPr sz="5602" kern="1200">
          <a:solidFill>
            <a:schemeClr val="tx1"/>
          </a:solidFill>
          <a:latin typeface="+mn-lt"/>
          <a:ea typeface="+mn-ea"/>
          <a:cs typeface="+mn-cs"/>
        </a:defRPr>
      </a:lvl8pPr>
      <a:lvl9pPr marL="12094632" indent="-711449" algn="l" defTabSz="2845796" rtl="0" eaLnBrk="1" latinLnBrk="0" hangingPunct="1">
        <a:lnSpc>
          <a:spcPct val="90000"/>
        </a:lnSpc>
        <a:spcBef>
          <a:spcPts val="1556"/>
        </a:spcBef>
        <a:buFont typeface="Arial" panose="020B0604020202020204" pitchFamily="34" charset="0"/>
        <a:buChar char="•"/>
        <a:defRPr sz="5602" kern="1200">
          <a:solidFill>
            <a:schemeClr val="tx1"/>
          </a:solidFill>
          <a:latin typeface="+mn-lt"/>
          <a:ea typeface="+mn-ea"/>
          <a:cs typeface="+mn-cs"/>
        </a:defRPr>
      </a:lvl9pPr>
    </p:bodyStyle>
    <p:otherStyle>
      <a:defPPr>
        <a:defRPr lang="en-US"/>
      </a:defPPr>
      <a:lvl1pPr marL="0" algn="l" defTabSz="2845796" rtl="0" eaLnBrk="1" latinLnBrk="0" hangingPunct="1">
        <a:defRPr sz="5602" kern="1200">
          <a:solidFill>
            <a:schemeClr val="tx1"/>
          </a:solidFill>
          <a:latin typeface="+mn-lt"/>
          <a:ea typeface="+mn-ea"/>
          <a:cs typeface="+mn-cs"/>
        </a:defRPr>
      </a:lvl1pPr>
      <a:lvl2pPr marL="1422898" algn="l" defTabSz="2845796" rtl="0" eaLnBrk="1" latinLnBrk="0" hangingPunct="1">
        <a:defRPr sz="5602" kern="1200">
          <a:solidFill>
            <a:schemeClr val="tx1"/>
          </a:solidFill>
          <a:latin typeface="+mn-lt"/>
          <a:ea typeface="+mn-ea"/>
          <a:cs typeface="+mn-cs"/>
        </a:defRPr>
      </a:lvl2pPr>
      <a:lvl3pPr marL="2845796" algn="l" defTabSz="2845796" rtl="0" eaLnBrk="1" latinLnBrk="0" hangingPunct="1">
        <a:defRPr sz="5602" kern="1200">
          <a:solidFill>
            <a:schemeClr val="tx1"/>
          </a:solidFill>
          <a:latin typeface="+mn-lt"/>
          <a:ea typeface="+mn-ea"/>
          <a:cs typeface="+mn-cs"/>
        </a:defRPr>
      </a:lvl3pPr>
      <a:lvl4pPr marL="4268694" algn="l" defTabSz="2845796" rtl="0" eaLnBrk="1" latinLnBrk="0" hangingPunct="1">
        <a:defRPr sz="5602" kern="1200">
          <a:solidFill>
            <a:schemeClr val="tx1"/>
          </a:solidFill>
          <a:latin typeface="+mn-lt"/>
          <a:ea typeface="+mn-ea"/>
          <a:cs typeface="+mn-cs"/>
        </a:defRPr>
      </a:lvl4pPr>
      <a:lvl5pPr marL="5691591" algn="l" defTabSz="2845796" rtl="0" eaLnBrk="1" latinLnBrk="0" hangingPunct="1">
        <a:defRPr sz="5602" kern="1200">
          <a:solidFill>
            <a:schemeClr val="tx1"/>
          </a:solidFill>
          <a:latin typeface="+mn-lt"/>
          <a:ea typeface="+mn-ea"/>
          <a:cs typeface="+mn-cs"/>
        </a:defRPr>
      </a:lvl5pPr>
      <a:lvl6pPr marL="7114489" algn="l" defTabSz="2845796" rtl="0" eaLnBrk="1" latinLnBrk="0" hangingPunct="1">
        <a:defRPr sz="5602" kern="1200">
          <a:solidFill>
            <a:schemeClr val="tx1"/>
          </a:solidFill>
          <a:latin typeface="+mn-lt"/>
          <a:ea typeface="+mn-ea"/>
          <a:cs typeface="+mn-cs"/>
        </a:defRPr>
      </a:lvl6pPr>
      <a:lvl7pPr marL="8537387" algn="l" defTabSz="2845796" rtl="0" eaLnBrk="1" latinLnBrk="0" hangingPunct="1">
        <a:defRPr sz="5602" kern="1200">
          <a:solidFill>
            <a:schemeClr val="tx1"/>
          </a:solidFill>
          <a:latin typeface="+mn-lt"/>
          <a:ea typeface="+mn-ea"/>
          <a:cs typeface="+mn-cs"/>
        </a:defRPr>
      </a:lvl7pPr>
      <a:lvl8pPr marL="9960285" algn="l" defTabSz="2845796" rtl="0" eaLnBrk="1" latinLnBrk="0" hangingPunct="1">
        <a:defRPr sz="5602" kern="1200">
          <a:solidFill>
            <a:schemeClr val="tx1"/>
          </a:solidFill>
          <a:latin typeface="+mn-lt"/>
          <a:ea typeface="+mn-ea"/>
          <a:cs typeface="+mn-cs"/>
        </a:defRPr>
      </a:lvl8pPr>
      <a:lvl9pPr marL="11383183" algn="l" defTabSz="2845796" rtl="0" eaLnBrk="1" latinLnBrk="0" hangingPunct="1">
        <a:defRPr sz="560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45000" b="-45000"/>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29E9213-72BE-27EC-8BCF-B9B94A375B2A}"/>
              </a:ext>
            </a:extLst>
          </p:cNvPr>
          <p:cNvSpPr txBox="1"/>
          <p:nvPr/>
        </p:nvSpPr>
        <p:spPr>
          <a:xfrm>
            <a:off x="8558784" y="498729"/>
            <a:ext cx="22238208" cy="2145268"/>
          </a:xfrm>
          <a:prstGeom prst="roundRect">
            <a:avLst/>
          </a:prstGeom>
          <a:solidFill>
            <a:schemeClr val="bg1">
              <a:lumMod val="75000"/>
              <a:alpha val="80000"/>
            </a:schemeClr>
          </a:solidFill>
        </p:spPr>
        <p:txBody>
          <a:bodyPr wrap="square" rtlCol="0">
            <a:spAutoFit/>
          </a:bodyPr>
          <a:lstStyle/>
          <a:p>
            <a:r>
              <a:rPr lang="en-GB" sz="7200" b="1" dirty="0">
                <a:latin typeface="Cambria" panose="02040503050406030204" pitchFamily="18" charset="0"/>
                <a:ea typeface="Cambria" panose="02040503050406030204" pitchFamily="18" charset="0"/>
                <a:cs typeface="Arial" panose="020B0604020202020204" pitchFamily="34" charset="0"/>
              </a:rPr>
              <a:t>The Chemical Composition of Star-forming Galaxies</a:t>
            </a:r>
          </a:p>
          <a:p>
            <a:r>
              <a:rPr lang="en-GB" sz="4800" b="1" dirty="0">
                <a:latin typeface="Cambria" panose="02040503050406030204" pitchFamily="18" charset="0"/>
                <a:ea typeface="Cambria" panose="02040503050406030204" pitchFamily="18" charset="0"/>
                <a:cs typeface="Arial" panose="020B0604020202020204" pitchFamily="34" charset="0"/>
              </a:rPr>
              <a:t>David Clayton														Supervisor: Dr. Karla Z. Arellano-Córdova</a:t>
            </a:r>
          </a:p>
        </p:txBody>
      </p:sp>
      <p:pic>
        <p:nvPicPr>
          <p:cNvPr id="3" name="Picture 2">
            <a:extLst>
              <a:ext uri="{FF2B5EF4-FFF2-40B4-BE49-F238E27FC236}">
                <a16:creationId xmlns:a16="http://schemas.microsoft.com/office/drawing/2014/main" id="{AB877557-6901-C607-503A-7F3FDF5E53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26667" y="501427"/>
            <a:ext cx="3502774" cy="2797841"/>
          </a:xfrm>
          <a:prstGeom prst="rect">
            <a:avLst/>
          </a:prstGeom>
          <a:solidFill>
            <a:schemeClr val="bg1">
              <a:lumMod val="75000"/>
              <a:alpha val="80000"/>
            </a:schemeClr>
          </a:solidFill>
        </p:spPr>
      </p:pic>
      <p:sp>
        <p:nvSpPr>
          <p:cNvPr id="6" name="Rectangle: Rounded Corners 5">
            <a:extLst>
              <a:ext uri="{FF2B5EF4-FFF2-40B4-BE49-F238E27FC236}">
                <a16:creationId xmlns:a16="http://schemas.microsoft.com/office/drawing/2014/main" id="{B7C2EEBD-D838-38B3-6AFE-5C10384E48D1}"/>
              </a:ext>
            </a:extLst>
          </p:cNvPr>
          <p:cNvSpPr/>
          <p:nvPr/>
        </p:nvSpPr>
        <p:spPr>
          <a:xfrm>
            <a:off x="1557866" y="2784429"/>
            <a:ext cx="12304437" cy="10086531"/>
          </a:xfrm>
          <a:prstGeom prst="roundRect">
            <a:avLst/>
          </a:prstGeom>
          <a:solidFill>
            <a:schemeClr val="bg1">
              <a:lumMod val="75000"/>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800" u="sng" dirty="0">
                <a:solidFill>
                  <a:schemeClr val="tx1"/>
                </a:solidFill>
                <a:latin typeface="Cambria" panose="02040503050406030204" pitchFamily="18" charset="0"/>
                <a:ea typeface="Cambria" panose="02040503050406030204" pitchFamily="18" charset="0"/>
              </a:rPr>
              <a:t>Introduction</a:t>
            </a:r>
          </a:p>
          <a:p>
            <a:pPr algn="ctr"/>
            <a:r>
              <a:rPr lang="en-GB" sz="3200" dirty="0">
                <a:solidFill>
                  <a:schemeClr val="tx1"/>
                </a:solidFill>
                <a:latin typeface="Cambria" panose="02040503050406030204" pitchFamily="18" charset="0"/>
                <a:ea typeface="Cambria" panose="02040503050406030204" pitchFamily="18" charset="0"/>
              </a:rPr>
              <a:t>The chemical composition of the galaxies is a crucial aspect in understanding the evolution of galaxies in the Universe. To understand the evolution of chemical abundances in galaxies informs us about the nucleosynthetic and astrophysical processes that caused the chemical composition to be what it is: Gas flow, star-formation etc.</a:t>
            </a:r>
          </a:p>
          <a:p>
            <a:pPr algn="ctr"/>
            <a:endParaRPr lang="en-GB" sz="3200" dirty="0">
              <a:solidFill>
                <a:schemeClr val="tx1"/>
              </a:solidFill>
              <a:latin typeface="Cambria" panose="02040503050406030204" pitchFamily="18" charset="0"/>
              <a:ea typeface="Cambria" panose="02040503050406030204" pitchFamily="18" charset="0"/>
            </a:endParaRPr>
          </a:p>
          <a:p>
            <a:pPr algn="ctr"/>
            <a:r>
              <a:rPr lang="en-GB" sz="3200" dirty="0">
                <a:solidFill>
                  <a:schemeClr val="tx1"/>
                </a:solidFill>
                <a:latin typeface="Cambria" panose="02040503050406030204" pitchFamily="18" charset="0"/>
                <a:ea typeface="Cambria" panose="02040503050406030204" pitchFamily="18" charset="0"/>
              </a:rPr>
              <a:t>HII regions are clouds of gas in star-forming regions of the interstellar medium that are ionised by large, hot stars. The emission spectra from these regions is sensitive to the temperature, density and chemical composition. </a:t>
            </a:r>
          </a:p>
          <a:p>
            <a:pPr algn="ctr"/>
            <a:endParaRPr lang="en-GB" sz="3200" dirty="0">
              <a:solidFill>
                <a:schemeClr val="tx1"/>
              </a:solidFill>
              <a:latin typeface="Cambria" panose="02040503050406030204" pitchFamily="18" charset="0"/>
              <a:ea typeface="Cambria" panose="02040503050406030204" pitchFamily="18" charset="0"/>
            </a:endParaRPr>
          </a:p>
          <a:p>
            <a:pPr algn="ctr"/>
            <a:r>
              <a:rPr lang="en-GB" sz="3200" dirty="0">
                <a:solidFill>
                  <a:schemeClr val="tx1"/>
                </a:solidFill>
                <a:latin typeface="Cambria" panose="02040503050406030204" pitchFamily="18" charset="0"/>
                <a:ea typeface="Cambria" panose="02040503050406030204" pitchFamily="18" charset="0"/>
              </a:rPr>
              <a:t>By deriving the chemical composition of the HII regions in galaxies, and comparing them to physical properties of the galaxy, such as stellar mass and star-formation rate (SFR), we can construct relations to predict abundances based on their properties, and investigate if galaxies at different redshifts (cosmic times) obey the same relations.</a:t>
            </a:r>
          </a:p>
          <a:p>
            <a:pPr algn="ctr"/>
            <a:endParaRPr lang="en-GB" sz="3200" dirty="0">
              <a:solidFill>
                <a:schemeClr val="tx1"/>
              </a:solidFill>
              <a:latin typeface="Cambria" panose="02040503050406030204" pitchFamily="18" charset="0"/>
              <a:ea typeface="Cambria" panose="02040503050406030204" pitchFamily="18" charset="0"/>
            </a:endParaRPr>
          </a:p>
        </p:txBody>
      </p:sp>
      <p:sp>
        <p:nvSpPr>
          <p:cNvPr id="7" name="Rectangle: Rounded Corners 6">
            <a:extLst>
              <a:ext uri="{FF2B5EF4-FFF2-40B4-BE49-F238E27FC236}">
                <a16:creationId xmlns:a16="http://schemas.microsoft.com/office/drawing/2014/main" id="{DD5F831C-B561-28F0-0723-4BD5C8B84D60}"/>
              </a:ext>
            </a:extLst>
          </p:cNvPr>
          <p:cNvSpPr/>
          <p:nvPr/>
        </p:nvSpPr>
        <p:spPr>
          <a:xfrm>
            <a:off x="1557866" y="12870960"/>
            <a:ext cx="12304437" cy="8013936"/>
          </a:xfrm>
          <a:prstGeom prst="roundRect">
            <a:avLst/>
          </a:prstGeom>
          <a:solidFill>
            <a:schemeClr val="bg1">
              <a:lumMod val="75000"/>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800" u="sng" dirty="0">
                <a:solidFill>
                  <a:schemeClr val="tx1"/>
                </a:solidFill>
                <a:latin typeface="Cambria" panose="02040503050406030204" pitchFamily="18" charset="0"/>
                <a:ea typeface="Cambria" panose="02040503050406030204" pitchFamily="18" charset="0"/>
              </a:rPr>
              <a:t>Methods</a:t>
            </a:r>
          </a:p>
          <a:p>
            <a:pPr algn="ctr"/>
            <a:r>
              <a:rPr lang="en-GB" sz="3200" dirty="0">
                <a:solidFill>
                  <a:schemeClr val="tx1"/>
                </a:solidFill>
                <a:latin typeface="Cambria" panose="02040503050406030204" pitchFamily="18" charset="0"/>
                <a:ea typeface="Cambria" panose="02040503050406030204" pitchFamily="18" charset="0"/>
              </a:rPr>
              <a:t>Two samples of galaxies were investigated. The CLASSY sample is a selection of 45 local (z&lt;0.2) star-forming galaxies with high SFRs and bright UV spectra, making them good analogues for high-redshift galaxies.[1] The </a:t>
            </a:r>
            <a:r>
              <a:rPr lang="en-GB" sz="3200" dirty="0" err="1">
                <a:solidFill>
                  <a:schemeClr val="tx1"/>
                </a:solidFill>
                <a:latin typeface="Cambria" panose="02040503050406030204" pitchFamily="18" charset="0"/>
                <a:ea typeface="Cambria" panose="02040503050406030204" pitchFamily="18" charset="0"/>
              </a:rPr>
              <a:t>LzLCS</a:t>
            </a:r>
            <a:r>
              <a:rPr lang="en-GB" sz="3200" dirty="0">
                <a:solidFill>
                  <a:schemeClr val="tx1"/>
                </a:solidFill>
                <a:latin typeface="Cambria" panose="02040503050406030204" pitchFamily="18" charset="0"/>
                <a:ea typeface="Cambria" panose="02040503050406030204" pitchFamily="18" charset="0"/>
              </a:rPr>
              <a:t> sample is a selection of 27 low-redshift (0.2&lt;z&lt;0.4) galaxies chosen for large fluxes of ionising photons (Lyman continuum emitters)[2]. </a:t>
            </a:r>
          </a:p>
          <a:p>
            <a:pPr algn="ctr"/>
            <a:endParaRPr lang="en-GB" sz="3200" dirty="0">
              <a:solidFill>
                <a:schemeClr val="tx1"/>
              </a:solidFill>
              <a:latin typeface="Cambria" panose="02040503050406030204" pitchFamily="18" charset="0"/>
              <a:ea typeface="Cambria" panose="02040503050406030204" pitchFamily="18" charset="0"/>
            </a:endParaRPr>
          </a:p>
          <a:p>
            <a:pPr algn="ctr"/>
            <a:r>
              <a:rPr lang="en-GB" sz="3200" dirty="0">
                <a:solidFill>
                  <a:schemeClr val="tx1"/>
                </a:solidFill>
                <a:latin typeface="Cambria" panose="02040503050406030204" pitchFamily="18" charset="0"/>
                <a:ea typeface="Cambria" panose="02040503050406030204" pitchFamily="18" charset="0"/>
              </a:rPr>
              <a:t>We derived the abundances of nitrogen and oxygen using the so-called “direct-method”, which is a highly reliable method that derives the abundance with an estimate of the temperature, itself estimated from the emission spectrum</a:t>
            </a:r>
          </a:p>
          <a:p>
            <a:pPr algn="ctr"/>
            <a:r>
              <a:rPr lang="en-GB" sz="3200" dirty="0">
                <a:solidFill>
                  <a:schemeClr val="tx1"/>
                </a:solidFill>
                <a:latin typeface="Cambria" panose="02040503050406030204" pitchFamily="18" charset="0"/>
                <a:ea typeface="Cambria" panose="02040503050406030204" pitchFamily="18" charset="0"/>
              </a:rPr>
              <a:t>We derived the N/O abundance ratio, and the metallicity Z = 12+log(O/H), and obtained the stellar mass and SFR from literature</a:t>
            </a:r>
          </a:p>
          <a:p>
            <a:pPr algn="ctr"/>
            <a:endParaRPr lang="en-GB" sz="3200" dirty="0">
              <a:solidFill>
                <a:schemeClr val="tx1"/>
              </a:solidFill>
              <a:latin typeface="Cambria" panose="02040503050406030204" pitchFamily="18" charset="0"/>
              <a:ea typeface="Cambria" panose="02040503050406030204" pitchFamily="18" charset="0"/>
            </a:endParaRPr>
          </a:p>
        </p:txBody>
      </p:sp>
      <p:sp>
        <p:nvSpPr>
          <p:cNvPr id="9" name="Rectangle: Rounded Corners 8">
            <a:extLst>
              <a:ext uri="{FF2B5EF4-FFF2-40B4-BE49-F238E27FC236}">
                <a16:creationId xmlns:a16="http://schemas.microsoft.com/office/drawing/2014/main" id="{12437C61-DD1C-C3D6-301B-E7EC2A655F21}"/>
              </a:ext>
            </a:extLst>
          </p:cNvPr>
          <p:cNvSpPr/>
          <p:nvPr/>
        </p:nvSpPr>
        <p:spPr>
          <a:xfrm>
            <a:off x="14187448" y="2784429"/>
            <a:ext cx="10907485" cy="18102353"/>
          </a:xfrm>
          <a:prstGeom prst="roundRect">
            <a:avLst/>
          </a:prstGeom>
          <a:solidFill>
            <a:schemeClr val="bg1">
              <a:lumMod val="75000"/>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800" u="sng" dirty="0">
                <a:solidFill>
                  <a:schemeClr val="tx1"/>
                </a:solidFill>
                <a:latin typeface="Cambria" panose="02040503050406030204" pitchFamily="18" charset="0"/>
                <a:ea typeface="Cambria" panose="02040503050406030204" pitchFamily="18" charset="0"/>
              </a:rPr>
              <a:t>Results</a:t>
            </a:r>
          </a:p>
          <a:p>
            <a:pPr algn="ctr"/>
            <a:r>
              <a:rPr lang="en-GB" sz="3200" dirty="0">
                <a:solidFill>
                  <a:schemeClr val="tx1"/>
                </a:solidFill>
                <a:latin typeface="Cambria" panose="02040503050406030204" pitchFamily="18" charset="0"/>
                <a:ea typeface="Cambria" panose="02040503050406030204" pitchFamily="18" charset="0"/>
              </a:rPr>
              <a:t>The BPT diagram (fig. 1) verifies that the CLASSY and </a:t>
            </a:r>
            <a:r>
              <a:rPr lang="en-GB" sz="3200" dirty="0" err="1">
                <a:solidFill>
                  <a:schemeClr val="tx1"/>
                </a:solidFill>
                <a:latin typeface="Cambria" panose="02040503050406030204" pitchFamily="18" charset="0"/>
                <a:ea typeface="Cambria" panose="02040503050406030204" pitchFamily="18" charset="0"/>
              </a:rPr>
              <a:t>LzLCS</a:t>
            </a:r>
            <a:r>
              <a:rPr lang="en-GB" sz="3200" dirty="0">
                <a:solidFill>
                  <a:schemeClr val="tx1"/>
                </a:solidFill>
                <a:latin typeface="Cambria" panose="02040503050406030204" pitchFamily="18" charset="0"/>
                <a:ea typeface="Cambria" panose="02040503050406030204" pitchFamily="18" charset="0"/>
              </a:rPr>
              <a:t> galaxies are indeed ionised by star-forming regions. The N/O – 12 + log(O/H) relation is shown in fig. 2, with a sample of low-z background galaxies for comparison, and an empirical fitting relation for low-z galaxies taken from Nicholls 2017 [3].</a:t>
            </a: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p:txBody>
      </p:sp>
      <p:pic>
        <p:nvPicPr>
          <p:cNvPr id="11" name="Picture 10">
            <a:extLst>
              <a:ext uri="{FF2B5EF4-FFF2-40B4-BE49-F238E27FC236}">
                <a16:creationId xmlns:a16="http://schemas.microsoft.com/office/drawing/2014/main" id="{8FB5F0D5-47C8-B839-318E-C8DAB5C201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91681" y="6620821"/>
            <a:ext cx="8126837" cy="6095129"/>
          </a:xfrm>
          <a:prstGeom prst="rect">
            <a:avLst/>
          </a:prstGeom>
        </p:spPr>
      </p:pic>
      <p:pic>
        <p:nvPicPr>
          <p:cNvPr id="19" name="Picture 18">
            <a:extLst>
              <a:ext uri="{FF2B5EF4-FFF2-40B4-BE49-F238E27FC236}">
                <a16:creationId xmlns:a16="http://schemas.microsoft.com/office/drawing/2014/main" id="{E9FE9D16-3494-D59D-E416-C0809E51A7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891681" y="14012477"/>
            <a:ext cx="8126836" cy="6095128"/>
          </a:xfrm>
          <a:prstGeom prst="rect">
            <a:avLst/>
          </a:prstGeom>
        </p:spPr>
      </p:pic>
      <p:sp>
        <p:nvSpPr>
          <p:cNvPr id="22" name="TextBox 21">
            <a:extLst>
              <a:ext uri="{FF2B5EF4-FFF2-40B4-BE49-F238E27FC236}">
                <a16:creationId xmlns:a16="http://schemas.microsoft.com/office/drawing/2014/main" id="{A631BDA9-3281-D513-B0CB-A77306E5A38E}"/>
              </a:ext>
            </a:extLst>
          </p:cNvPr>
          <p:cNvSpPr txBox="1"/>
          <p:nvPr/>
        </p:nvSpPr>
        <p:spPr>
          <a:xfrm>
            <a:off x="15891681" y="12856382"/>
            <a:ext cx="8126836" cy="1015663"/>
          </a:xfrm>
          <a:prstGeom prst="rect">
            <a:avLst/>
          </a:prstGeom>
          <a:noFill/>
        </p:spPr>
        <p:txBody>
          <a:bodyPr wrap="square" rtlCol="0">
            <a:spAutoFit/>
          </a:bodyPr>
          <a:lstStyle/>
          <a:p>
            <a:r>
              <a:rPr lang="en-GB" sz="2000" dirty="0">
                <a:latin typeface="Cambria" panose="02040503050406030204" pitchFamily="18" charset="0"/>
                <a:ea typeface="Cambria" panose="02040503050406030204" pitchFamily="18" charset="0"/>
              </a:rPr>
              <a:t>Fig. 1:  BPT diagrams showing the ionisation mechanism that results in the following emission lines. Almost all galaxies are in the SF (star-forming) region.</a:t>
            </a:r>
          </a:p>
        </p:txBody>
      </p:sp>
      <p:sp>
        <p:nvSpPr>
          <p:cNvPr id="23" name="TextBox 22">
            <a:extLst>
              <a:ext uri="{FF2B5EF4-FFF2-40B4-BE49-F238E27FC236}">
                <a16:creationId xmlns:a16="http://schemas.microsoft.com/office/drawing/2014/main" id="{0641AE95-880C-3FCC-D477-B4E6AC6657C5}"/>
              </a:ext>
            </a:extLst>
          </p:cNvPr>
          <p:cNvSpPr txBox="1"/>
          <p:nvPr/>
        </p:nvSpPr>
        <p:spPr>
          <a:xfrm>
            <a:off x="15891681" y="20248784"/>
            <a:ext cx="8846105" cy="400110"/>
          </a:xfrm>
          <a:prstGeom prst="rect">
            <a:avLst/>
          </a:prstGeom>
          <a:noFill/>
        </p:spPr>
        <p:txBody>
          <a:bodyPr wrap="square" rtlCol="0">
            <a:spAutoFit/>
          </a:bodyPr>
          <a:lstStyle/>
          <a:p>
            <a:r>
              <a:rPr lang="en-GB" sz="2000" dirty="0">
                <a:latin typeface="Cambria" panose="02040503050406030204" pitchFamily="18" charset="0"/>
                <a:ea typeface="Cambria" panose="02040503050406030204" pitchFamily="18" charset="0"/>
              </a:rPr>
              <a:t>Fig 2: N/O – O/H relation: A sample of high-z galaxies are shown to compare</a:t>
            </a:r>
          </a:p>
        </p:txBody>
      </p:sp>
      <p:sp>
        <p:nvSpPr>
          <p:cNvPr id="24" name="Rectangle: Rounded Corners 23">
            <a:extLst>
              <a:ext uri="{FF2B5EF4-FFF2-40B4-BE49-F238E27FC236}">
                <a16:creationId xmlns:a16="http://schemas.microsoft.com/office/drawing/2014/main" id="{FBE6276A-9EA1-0691-F4FA-F023136F0027}"/>
              </a:ext>
            </a:extLst>
          </p:cNvPr>
          <p:cNvSpPr/>
          <p:nvPr/>
        </p:nvSpPr>
        <p:spPr>
          <a:xfrm>
            <a:off x="25420078" y="3440498"/>
            <a:ext cx="12217806" cy="7532301"/>
          </a:xfrm>
          <a:prstGeom prst="roundRect">
            <a:avLst/>
          </a:prstGeom>
          <a:solidFill>
            <a:schemeClr val="bg1">
              <a:lumMod val="75000"/>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4800" u="sng" dirty="0">
              <a:solidFill>
                <a:schemeClr val="tx1"/>
              </a:solidFill>
              <a:latin typeface="Cambria" panose="02040503050406030204" pitchFamily="18" charset="0"/>
              <a:ea typeface="Cambria" panose="02040503050406030204" pitchFamily="18" charset="0"/>
            </a:endParaRPr>
          </a:p>
          <a:p>
            <a:pPr algn="ctr"/>
            <a:r>
              <a:rPr lang="en-GB" sz="4800" u="sng" dirty="0">
                <a:solidFill>
                  <a:schemeClr val="tx1"/>
                </a:solidFill>
                <a:latin typeface="Cambria" panose="02040503050406030204" pitchFamily="18" charset="0"/>
                <a:ea typeface="Cambria" panose="02040503050406030204" pitchFamily="18" charset="0"/>
              </a:rPr>
              <a:t>Results(contd.)</a:t>
            </a:r>
          </a:p>
          <a:p>
            <a:pPr algn="ctr"/>
            <a:r>
              <a:rPr lang="en-GB" sz="3200" dirty="0">
                <a:solidFill>
                  <a:schemeClr val="tx1"/>
                </a:solidFill>
                <a:latin typeface="Cambria" panose="02040503050406030204" pitchFamily="18" charset="0"/>
                <a:ea typeface="Cambria" panose="02040503050406030204" pitchFamily="18" charset="0"/>
              </a:rPr>
              <a:t>The relations between N/O and stellar mass are shown in fig. 3. The relation between N/O and SFR are shown in fig. 4. Low-z empirical fitting relations [4][5] are shown in green, and a sample of high-z comparison galaxies are shown in gold.</a:t>
            </a: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a:p>
            <a:pPr algn="ctr"/>
            <a:endParaRPr lang="en-GB" sz="3200" dirty="0">
              <a:solidFill>
                <a:schemeClr val="tx1"/>
              </a:solidFill>
              <a:latin typeface="Cambria" panose="02040503050406030204" pitchFamily="18" charset="0"/>
              <a:ea typeface="Cambria" panose="02040503050406030204" pitchFamily="18" charset="0"/>
            </a:endParaRPr>
          </a:p>
        </p:txBody>
      </p:sp>
      <p:pic>
        <p:nvPicPr>
          <p:cNvPr id="25" name="Picture 24">
            <a:extLst>
              <a:ext uri="{FF2B5EF4-FFF2-40B4-BE49-F238E27FC236}">
                <a16:creationId xmlns:a16="http://schemas.microsoft.com/office/drawing/2014/main" id="{853F3AF7-431A-9467-6D23-FFC11B350ED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722751" y="6620821"/>
            <a:ext cx="4669380" cy="3502035"/>
          </a:xfrm>
          <a:prstGeom prst="rect">
            <a:avLst/>
          </a:prstGeom>
        </p:spPr>
      </p:pic>
      <p:pic>
        <p:nvPicPr>
          <p:cNvPr id="26" name="Picture 25">
            <a:extLst>
              <a:ext uri="{FF2B5EF4-FFF2-40B4-BE49-F238E27FC236}">
                <a16:creationId xmlns:a16="http://schemas.microsoft.com/office/drawing/2014/main" id="{54D76C70-4E95-2319-DB3A-601BFC739CE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494750" y="6620820"/>
            <a:ext cx="4669381" cy="3502036"/>
          </a:xfrm>
          <a:prstGeom prst="rect">
            <a:avLst/>
          </a:prstGeom>
        </p:spPr>
      </p:pic>
      <p:sp>
        <p:nvSpPr>
          <p:cNvPr id="28" name="TextBox 27">
            <a:extLst>
              <a:ext uri="{FF2B5EF4-FFF2-40B4-BE49-F238E27FC236}">
                <a16:creationId xmlns:a16="http://schemas.microsoft.com/office/drawing/2014/main" id="{46222F04-7AB2-1218-E711-49ED75B3B1EB}"/>
              </a:ext>
            </a:extLst>
          </p:cNvPr>
          <p:cNvSpPr txBox="1"/>
          <p:nvPr/>
        </p:nvSpPr>
        <p:spPr>
          <a:xfrm>
            <a:off x="25722751" y="10122856"/>
            <a:ext cx="11441380" cy="461665"/>
          </a:xfrm>
          <a:prstGeom prst="rect">
            <a:avLst/>
          </a:prstGeom>
          <a:noFill/>
        </p:spPr>
        <p:txBody>
          <a:bodyPr wrap="square" rtlCol="0">
            <a:spAutoFit/>
          </a:bodyPr>
          <a:lstStyle/>
          <a:p>
            <a:r>
              <a:rPr lang="en-GB" sz="2400" dirty="0">
                <a:latin typeface="Cambria" panose="02040503050406030204" pitchFamily="18" charset="0"/>
                <a:ea typeface="Cambria" panose="02040503050406030204" pitchFamily="18" charset="0"/>
              </a:rPr>
              <a:t>Fig. 3: N/O – mass relation								Fig. 4: N/O – SFR r</a:t>
            </a:r>
          </a:p>
        </p:txBody>
      </p:sp>
      <p:sp>
        <p:nvSpPr>
          <p:cNvPr id="29" name="Rectangle: Rounded Corners 28">
            <a:extLst>
              <a:ext uri="{FF2B5EF4-FFF2-40B4-BE49-F238E27FC236}">
                <a16:creationId xmlns:a16="http://schemas.microsoft.com/office/drawing/2014/main" id="{5D1F1006-939A-17D8-9DD5-FC489A552868}"/>
              </a:ext>
            </a:extLst>
          </p:cNvPr>
          <p:cNvSpPr/>
          <p:nvPr/>
        </p:nvSpPr>
        <p:spPr>
          <a:xfrm>
            <a:off x="25571414" y="10972799"/>
            <a:ext cx="11915133" cy="5257801"/>
          </a:xfrm>
          <a:prstGeom prst="roundRect">
            <a:avLst/>
          </a:prstGeom>
          <a:solidFill>
            <a:schemeClr val="bg1">
              <a:lumMod val="75000"/>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800" u="sng" dirty="0">
                <a:solidFill>
                  <a:schemeClr val="tx1"/>
                </a:solidFill>
                <a:latin typeface="Cambria" panose="02040503050406030204" pitchFamily="18" charset="0"/>
                <a:ea typeface="Cambria" panose="02040503050406030204" pitchFamily="18" charset="0"/>
              </a:rPr>
              <a:t>Conclusions</a:t>
            </a:r>
          </a:p>
          <a:p>
            <a:pPr algn="ctr"/>
            <a:r>
              <a:rPr lang="en-GB" sz="3200" dirty="0">
                <a:solidFill>
                  <a:schemeClr val="tx1"/>
                </a:solidFill>
                <a:latin typeface="Cambria" panose="02040503050406030204" pitchFamily="18" charset="0"/>
                <a:ea typeface="Cambria" panose="02040503050406030204" pitchFamily="18" charset="0"/>
              </a:rPr>
              <a:t>We can see that the CLASSY galaxies follow the empirical scaling relations fairly well, however, the </a:t>
            </a:r>
            <a:r>
              <a:rPr lang="en-GB" sz="3200" dirty="0" err="1">
                <a:solidFill>
                  <a:schemeClr val="tx1"/>
                </a:solidFill>
                <a:latin typeface="Cambria" panose="02040503050406030204" pitchFamily="18" charset="0"/>
                <a:ea typeface="Cambria" panose="02040503050406030204" pitchFamily="18" charset="0"/>
              </a:rPr>
              <a:t>LzLCS</a:t>
            </a:r>
            <a:r>
              <a:rPr lang="en-GB" sz="3200" dirty="0">
                <a:solidFill>
                  <a:schemeClr val="tx1"/>
                </a:solidFill>
                <a:latin typeface="Cambria" panose="02040503050406030204" pitchFamily="18" charset="0"/>
                <a:ea typeface="Cambria" panose="02040503050406030204" pitchFamily="18" charset="0"/>
              </a:rPr>
              <a:t> galaxies are heavily clustered in parts of the diagrams, with large error bars. Therefore, whether the </a:t>
            </a:r>
            <a:r>
              <a:rPr lang="en-GB" sz="3200" dirty="0" err="1">
                <a:solidFill>
                  <a:schemeClr val="tx1"/>
                </a:solidFill>
                <a:latin typeface="Cambria" panose="02040503050406030204" pitchFamily="18" charset="0"/>
                <a:ea typeface="Cambria" panose="02040503050406030204" pitchFamily="18" charset="0"/>
              </a:rPr>
              <a:t>LzLCS</a:t>
            </a:r>
            <a:r>
              <a:rPr lang="en-GB" sz="3200" dirty="0">
                <a:solidFill>
                  <a:schemeClr val="tx1"/>
                </a:solidFill>
                <a:latin typeface="Cambria" panose="02040503050406030204" pitchFamily="18" charset="0"/>
                <a:ea typeface="Cambria" panose="02040503050406030204" pitchFamily="18" charset="0"/>
              </a:rPr>
              <a:t> galaxies have the same profile as local galaxies is indeterminate. The high-z comparison galaxies show an obvious disobedience of the low-z empirical relations, suggesting that the chemical enrichment of galaxies evolves over cosmic time.</a:t>
            </a:r>
          </a:p>
        </p:txBody>
      </p:sp>
      <p:sp>
        <p:nvSpPr>
          <p:cNvPr id="30" name="Rectangle: Rounded Corners 29">
            <a:extLst>
              <a:ext uri="{FF2B5EF4-FFF2-40B4-BE49-F238E27FC236}">
                <a16:creationId xmlns:a16="http://schemas.microsoft.com/office/drawing/2014/main" id="{516A454A-6EA4-37A7-8BBE-8F741A7CEBFE}"/>
              </a:ext>
            </a:extLst>
          </p:cNvPr>
          <p:cNvSpPr/>
          <p:nvPr/>
        </p:nvSpPr>
        <p:spPr>
          <a:xfrm>
            <a:off x="25722751" y="16230600"/>
            <a:ext cx="11915132" cy="4651598"/>
          </a:xfrm>
          <a:prstGeom prst="roundRect">
            <a:avLst/>
          </a:prstGeom>
          <a:solidFill>
            <a:schemeClr val="bg1">
              <a:lumMod val="75000"/>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800" u="sng" dirty="0">
                <a:solidFill>
                  <a:schemeClr val="tx1"/>
                </a:solidFill>
                <a:latin typeface="Cambria" panose="02040503050406030204" pitchFamily="18" charset="0"/>
                <a:ea typeface="Cambria" panose="02040503050406030204" pitchFamily="18" charset="0"/>
              </a:rPr>
              <a:t>References</a:t>
            </a:r>
          </a:p>
          <a:p>
            <a:pPr algn="ctr"/>
            <a:r>
              <a:rPr lang="en-GB" sz="2800" dirty="0">
                <a:solidFill>
                  <a:schemeClr val="tx1"/>
                </a:solidFill>
                <a:latin typeface="Cambria" panose="02040503050406030204" pitchFamily="18" charset="0"/>
                <a:ea typeface="Cambria" panose="02040503050406030204" pitchFamily="18" charset="0"/>
              </a:rPr>
              <a:t>[1]: D.A. Berg et al., </a:t>
            </a:r>
            <a:r>
              <a:rPr lang="en-GB" sz="2800" dirty="0" err="1">
                <a:solidFill>
                  <a:schemeClr val="tx1"/>
                </a:solidFill>
                <a:latin typeface="Cambria" panose="02040503050406030204" pitchFamily="18" charset="0"/>
                <a:ea typeface="Cambria" panose="02040503050406030204" pitchFamily="18" charset="0"/>
              </a:rPr>
              <a:t>ApJS</a:t>
            </a:r>
            <a:r>
              <a:rPr lang="en-GB" sz="2800" dirty="0">
                <a:solidFill>
                  <a:schemeClr val="tx1"/>
                </a:solidFill>
                <a:latin typeface="Cambria" panose="02040503050406030204" pitchFamily="18" charset="0"/>
                <a:ea typeface="Cambria" panose="02040503050406030204" pitchFamily="18" charset="0"/>
              </a:rPr>
              <a:t>, 261, 31 (2022)</a:t>
            </a:r>
          </a:p>
          <a:p>
            <a:pPr algn="ctr"/>
            <a:r>
              <a:rPr lang="en-GB" sz="2800" dirty="0">
                <a:solidFill>
                  <a:schemeClr val="tx1"/>
                </a:solidFill>
                <a:latin typeface="Cambria" panose="02040503050406030204" pitchFamily="18" charset="0"/>
                <a:ea typeface="Cambria" panose="02040503050406030204" pitchFamily="18" charset="0"/>
              </a:rPr>
              <a:t>[2]: S.R. Flury et al, </a:t>
            </a:r>
            <a:r>
              <a:rPr lang="en-GB" sz="2800" dirty="0" err="1">
                <a:solidFill>
                  <a:schemeClr val="tx1"/>
                </a:solidFill>
                <a:latin typeface="Cambria" panose="02040503050406030204" pitchFamily="18" charset="0"/>
                <a:ea typeface="Cambria" panose="02040503050406030204" pitchFamily="18" charset="0"/>
              </a:rPr>
              <a:t>ApJ</a:t>
            </a:r>
            <a:r>
              <a:rPr lang="en-GB" sz="2800" dirty="0">
                <a:solidFill>
                  <a:schemeClr val="tx1"/>
                </a:solidFill>
                <a:latin typeface="Cambria" panose="02040503050406030204" pitchFamily="18" charset="0"/>
                <a:ea typeface="Cambria" panose="02040503050406030204" pitchFamily="18" charset="0"/>
              </a:rPr>
              <a:t>, 260, 1 (2022)</a:t>
            </a:r>
          </a:p>
          <a:p>
            <a:pPr algn="ctr"/>
            <a:r>
              <a:rPr lang="en-GB" sz="2800" dirty="0">
                <a:solidFill>
                  <a:schemeClr val="tx1"/>
                </a:solidFill>
                <a:latin typeface="Cambria" panose="02040503050406030204" pitchFamily="18" charset="0"/>
                <a:ea typeface="Cambria" panose="02040503050406030204" pitchFamily="18" charset="0"/>
              </a:rPr>
              <a:t>[3]; D.C. Nicholls et al, MNRAS,  466, 4403 (2017)</a:t>
            </a:r>
          </a:p>
          <a:p>
            <a:pPr algn="ctr"/>
            <a:r>
              <a:rPr lang="en-GB" sz="2800" dirty="0">
                <a:solidFill>
                  <a:schemeClr val="tx1"/>
                </a:solidFill>
                <a:latin typeface="Cambria" panose="02040503050406030204" pitchFamily="18" charset="0"/>
                <a:ea typeface="Cambria" panose="02040503050406030204" pitchFamily="18" charset="0"/>
              </a:rPr>
              <a:t>[4]: C. Hayden-Pawson et al, MNRAS, 512, 2867 (2022)</a:t>
            </a:r>
          </a:p>
          <a:p>
            <a:pPr algn="ctr"/>
            <a:r>
              <a:rPr lang="en-GB" sz="2800" dirty="0">
                <a:solidFill>
                  <a:schemeClr val="tx1"/>
                </a:solidFill>
                <a:latin typeface="Cambria" panose="02040503050406030204" pitchFamily="18" charset="0"/>
                <a:ea typeface="Cambria" panose="02040503050406030204" pitchFamily="18" charset="0"/>
              </a:rPr>
              <a:t>[5]:K.Z.  Arellano-Cordova et al</a:t>
            </a:r>
            <a:r>
              <a:rPr lang="en-GB" sz="2800">
                <a:solidFill>
                  <a:schemeClr val="tx1"/>
                </a:solidFill>
                <a:latin typeface="Cambria" panose="02040503050406030204" pitchFamily="18" charset="0"/>
                <a:ea typeface="Cambria" panose="02040503050406030204" pitchFamily="18" charset="0"/>
              </a:rPr>
              <a:t>, MNRAS, 544, 1588, (2025)</a:t>
            </a:r>
          </a:p>
          <a:p>
            <a:pPr algn="ctr"/>
            <a:endParaRPr lang="en-GB" sz="2800"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7160043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437</TotalTime>
  <Words>706</Words>
  <Application>Microsoft Office PowerPoint</Application>
  <PresentationFormat>Custom</PresentationFormat>
  <Paragraphs>65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Cambria</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Clayton</dc:creator>
  <cp:lastModifiedBy>David Clayton</cp:lastModifiedBy>
  <cp:revision>1</cp:revision>
  <dcterms:created xsi:type="dcterms:W3CDTF">2026-03-25T12:16:16Z</dcterms:created>
  <dcterms:modified xsi:type="dcterms:W3CDTF">2026-03-27T11:55:53Z</dcterms:modified>
</cp:coreProperties>
</file>